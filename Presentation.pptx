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Teko"/>
      <p:regular r:id="rId13"/>
      <p:bold r:id="rId14"/>
    </p:embeddedFont>
    <p:embeddedFont>
      <p:font typeface="Bebas Neue"/>
      <p:regular r:id="rId15"/>
    </p:embeddedFont>
    <p:embeddedFont>
      <p:font typeface="Electrolize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iaA13iDacv6a7sV0KfaW+Ga7Z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Teko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BebasNeue-regular.fntdata"/><Relationship Id="rId14" Type="http://schemas.openxmlformats.org/officeDocument/2006/relationships/font" Target="fonts/Teko-bold.fntdata"/><Relationship Id="rId17" Type="http://customschemas.google.com/relationships/presentationmetadata" Target="metadata"/><Relationship Id="rId16" Type="http://schemas.openxmlformats.org/officeDocument/2006/relationships/font" Target="fonts/Electroliz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0"/>
          <p:cNvSpPr txBox="1"/>
          <p:nvPr>
            <p:ph type="ctrTitle"/>
          </p:nvPr>
        </p:nvSpPr>
        <p:spPr>
          <a:xfrm>
            <a:off x="4857750" y="1640100"/>
            <a:ext cx="3570900" cy="16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" type="subTitle"/>
          </p:nvPr>
        </p:nvSpPr>
        <p:spPr>
          <a:xfrm>
            <a:off x="4857750" y="3246825"/>
            <a:ext cx="3570900" cy="409500"/>
          </a:xfrm>
          <a:prstGeom prst="rect">
            <a:avLst/>
          </a:prstGeom>
          <a:solidFill>
            <a:srgbClr val="138808">
              <a:alpha val="2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title"/>
          </p:nvPr>
        </p:nvSpPr>
        <p:spPr>
          <a:xfrm>
            <a:off x="709929" y="1643396"/>
            <a:ext cx="594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04529" y="2134391"/>
            <a:ext cx="271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2" type="title"/>
          </p:nvPr>
        </p:nvSpPr>
        <p:spPr>
          <a:xfrm>
            <a:off x="4571440" y="1640946"/>
            <a:ext cx="594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" name="Google Shape;15;p11"/>
          <p:cNvSpPr txBox="1"/>
          <p:nvPr>
            <p:ph idx="3" type="subTitle"/>
          </p:nvPr>
        </p:nvSpPr>
        <p:spPr>
          <a:xfrm>
            <a:off x="5166040" y="2134391"/>
            <a:ext cx="271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4" type="title"/>
          </p:nvPr>
        </p:nvSpPr>
        <p:spPr>
          <a:xfrm>
            <a:off x="709929" y="3056321"/>
            <a:ext cx="594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" name="Google Shape;17;p11"/>
          <p:cNvSpPr txBox="1"/>
          <p:nvPr>
            <p:ph idx="5" type="subTitle"/>
          </p:nvPr>
        </p:nvSpPr>
        <p:spPr>
          <a:xfrm>
            <a:off x="1304529" y="3543232"/>
            <a:ext cx="271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6" type="title"/>
          </p:nvPr>
        </p:nvSpPr>
        <p:spPr>
          <a:xfrm>
            <a:off x="4571440" y="3056321"/>
            <a:ext cx="594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" name="Google Shape;19;p11"/>
          <p:cNvSpPr txBox="1"/>
          <p:nvPr>
            <p:ph idx="7" type="subTitle"/>
          </p:nvPr>
        </p:nvSpPr>
        <p:spPr>
          <a:xfrm>
            <a:off x="5166040" y="3543221"/>
            <a:ext cx="271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8" type="title"/>
          </p:nvPr>
        </p:nvSpPr>
        <p:spPr>
          <a:xfrm>
            <a:off x="720000" y="53499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9" type="subTitle"/>
          </p:nvPr>
        </p:nvSpPr>
        <p:spPr>
          <a:xfrm>
            <a:off x="1304529" y="1643396"/>
            <a:ext cx="2715000" cy="484800"/>
          </a:xfrm>
          <a:prstGeom prst="rect">
            <a:avLst/>
          </a:prstGeom>
          <a:solidFill>
            <a:srgbClr val="FF9933">
              <a:alpha val="3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3" type="subTitle"/>
          </p:nvPr>
        </p:nvSpPr>
        <p:spPr>
          <a:xfrm>
            <a:off x="5166040" y="1643392"/>
            <a:ext cx="2715000" cy="484800"/>
          </a:xfrm>
          <a:prstGeom prst="rect">
            <a:avLst/>
          </a:prstGeom>
          <a:solidFill>
            <a:srgbClr val="FF9933">
              <a:alpha val="3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4" type="subTitle"/>
          </p:nvPr>
        </p:nvSpPr>
        <p:spPr>
          <a:xfrm>
            <a:off x="1304529" y="3056331"/>
            <a:ext cx="2715000" cy="484800"/>
          </a:xfrm>
          <a:prstGeom prst="rect">
            <a:avLst/>
          </a:prstGeom>
          <a:solidFill>
            <a:srgbClr val="138808">
              <a:alpha val="2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11"/>
          <p:cNvSpPr txBox="1"/>
          <p:nvPr>
            <p:ph idx="15" type="subTitle"/>
          </p:nvPr>
        </p:nvSpPr>
        <p:spPr>
          <a:xfrm>
            <a:off x="5166040" y="3056321"/>
            <a:ext cx="2715000" cy="484800"/>
          </a:xfrm>
          <a:prstGeom prst="rect">
            <a:avLst/>
          </a:prstGeom>
          <a:solidFill>
            <a:srgbClr val="138808">
              <a:alpha val="2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5" name="Google Shape;25;p11"/>
          <p:cNvGrpSpPr/>
          <p:nvPr/>
        </p:nvGrpSpPr>
        <p:grpSpPr>
          <a:xfrm rot="10800000">
            <a:off x="-1701322" y="4553904"/>
            <a:ext cx="5053092" cy="435777"/>
            <a:chOff x="5896680" y="4472083"/>
            <a:chExt cx="5053092" cy="435777"/>
          </a:xfrm>
        </p:grpSpPr>
        <p:grpSp>
          <p:nvGrpSpPr>
            <p:cNvPr id="26" name="Google Shape;26;p11"/>
            <p:cNvGrpSpPr/>
            <p:nvPr/>
          </p:nvGrpSpPr>
          <p:grpSpPr>
            <a:xfrm flipH="1" rot="-5400000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27" name="Google Shape;27;p11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rect b="b" l="l" r="r" t="t"/>
                <a:pathLst>
                  <a:path extrusionOk="0" h="18597" w="2203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11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rect b="b" l="l" r="r" t="t"/>
                <a:pathLst>
                  <a:path extrusionOk="0" h="653" w="652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" name="Google Shape;29;p11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30" name="Google Shape;30;p11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rect b="b" l="l" r="r" t="t"/>
                <a:pathLst>
                  <a:path extrusionOk="0" h="12610" w="94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11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rect b="b" l="l" r="r" t="t"/>
                <a:pathLst>
                  <a:path extrusionOk="0" h="621" w="621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Google Shape;32;p11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33" name="Google Shape;33;p11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rect b="b" l="l" r="r" t="t"/>
                <a:pathLst>
                  <a:path extrusionOk="0" h="12610" w="94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1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rect b="b" l="l" r="r" t="t"/>
                <a:pathLst>
                  <a:path extrusionOk="0" h="621" w="621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" name="Google Shape;35;p11"/>
          <p:cNvGrpSpPr/>
          <p:nvPr/>
        </p:nvGrpSpPr>
        <p:grpSpPr>
          <a:xfrm>
            <a:off x="4421623" y="4581142"/>
            <a:ext cx="300770" cy="54726"/>
            <a:chOff x="4770650" y="685575"/>
            <a:chExt cx="158250" cy="28800"/>
          </a:xfrm>
        </p:grpSpPr>
        <p:sp>
          <p:nvSpPr>
            <p:cNvPr id="36" name="Google Shape;36;p11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1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1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idx="1" type="subTitle"/>
          </p:nvPr>
        </p:nvSpPr>
        <p:spPr>
          <a:xfrm>
            <a:off x="720000" y="2573563"/>
            <a:ext cx="2336400" cy="430200"/>
          </a:xfrm>
          <a:prstGeom prst="rect">
            <a:avLst/>
          </a:prstGeom>
          <a:solidFill>
            <a:srgbClr val="138808">
              <a:alpha val="2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" name="Google Shape;41;p12"/>
          <p:cNvSpPr txBox="1"/>
          <p:nvPr>
            <p:ph idx="2" type="subTitle"/>
          </p:nvPr>
        </p:nvSpPr>
        <p:spPr>
          <a:xfrm>
            <a:off x="720000" y="3009874"/>
            <a:ext cx="23364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3" type="subTitle"/>
          </p:nvPr>
        </p:nvSpPr>
        <p:spPr>
          <a:xfrm>
            <a:off x="3403800" y="3009874"/>
            <a:ext cx="23364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4" type="subTitle"/>
          </p:nvPr>
        </p:nvSpPr>
        <p:spPr>
          <a:xfrm>
            <a:off x="6087600" y="3009874"/>
            <a:ext cx="23364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5" type="subTitle"/>
          </p:nvPr>
        </p:nvSpPr>
        <p:spPr>
          <a:xfrm>
            <a:off x="3403800" y="2573563"/>
            <a:ext cx="2336400" cy="430200"/>
          </a:xfrm>
          <a:prstGeom prst="rect">
            <a:avLst/>
          </a:prstGeom>
          <a:solidFill>
            <a:srgbClr val="FF9933">
              <a:alpha val="5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" name="Google Shape;46;p12"/>
          <p:cNvSpPr txBox="1"/>
          <p:nvPr>
            <p:ph idx="6" type="subTitle"/>
          </p:nvPr>
        </p:nvSpPr>
        <p:spPr>
          <a:xfrm>
            <a:off x="6087600" y="2573563"/>
            <a:ext cx="2336400" cy="430200"/>
          </a:xfrm>
          <a:prstGeom prst="rect">
            <a:avLst/>
          </a:prstGeom>
          <a:solidFill>
            <a:srgbClr val="138808">
              <a:alpha val="2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47" name="Google Shape;47;p12"/>
          <p:cNvGrpSpPr/>
          <p:nvPr/>
        </p:nvGrpSpPr>
        <p:grpSpPr>
          <a:xfrm>
            <a:off x="4421623" y="4581142"/>
            <a:ext cx="300770" cy="54726"/>
            <a:chOff x="4770650" y="685575"/>
            <a:chExt cx="158250" cy="28800"/>
          </a:xfrm>
        </p:grpSpPr>
        <p:sp>
          <p:nvSpPr>
            <p:cNvPr id="48" name="Google Shape;48;p12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2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2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Google Shape;51;p12"/>
          <p:cNvGrpSpPr/>
          <p:nvPr/>
        </p:nvGrpSpPr>
        <p:grpSpPr>
          <a:xfrm rot="-893893">
            <a:off x="286044" y="213662"/>
            <a:ext cx="480245" cy="457684"/>
            <a:chOff x="3137370" y="-570001"/>
            <a:chExt cx="454778" cy="457460"/>
          </a:xfrm>
        </p:grpSpPr>
        <p:sp>
          <p:nvSpPr>
            <p:cNvPr id="52" name="Google Shape;52;p12"/>
            <p:cNvSpPr/>
            <p:nvPr/>
          </p:nvSpPr>
          <p:spPr>
            <a:xfrm>
              <a:off x="3154081" y="-531752"/>
              <a:ext cx="429756" cy="377388"/>
            </a:xfrm>
            <a:custGeom>
              <a:rect b="b" l="l" r="r" t="t"/>
              <a:pathLst>
                <a:path extrusionOk="0" h="4223" w="4809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2"/>
            <p:cNvSpPr/>
            <p:nvPr/>
          </p:nvSpPr>
          <p:spPr>
            <a:xfrm>
              <a:off x="3237190" y="-194399"/>
              <a:ext cx="84629" cy="76318"/>
            </a:xfrm>
            <a:custGeom>
              <a:rect b="b" l="l" r="r" t="t"/>
              <a:pathLst>
                <a:path extrusionOk="0" h="854" w="947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2"/>
            <p:cNvSpPr/>
            <p:nvPr/>
          </p:nvSpPr>
          <p:spPr>
            <a:xfrm>
              <a:off x="3137370" y="-313612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2"/>
            <p:cNvSpPr/>
            <p:nvPr/>
          </p:nvSpPr>
          <p:spPr>
            <a:xfrm>
              <a:off x="3141570" y="-467499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2"/>
            <p:cNvSpPr/>
            <p:nvPr/>
          </p:nvSpPr>
          <p:spPr>
            <a:xfrm>
              <a:off x="3256582" y="-570001"/>
              <a:ext cx="81858" cy="73547"/>
            </a:xfrm>
            <a:custGeom>
              <a:rect b="b" l="l" r="r" t="t"/>
              <a:pathLst>
                <a:path extrusionOk="0" h="823" w="916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2"/>
            <p:cNvSpPr/>
            <p:nvPr/>
          </p:nvSpPr>
          <p:spPr>
            <a:xfrm>
              <a:off x="3409039" y="-564460"/>
              <a:ext cx="83288" cy="76318"/>
            </a:xfrm>
            <a:custGeom>
              <a:rect b="b" l="l" r="r" t="t"/>
              <a:pathLst>
                <a:path extrusionOk="0" h="854" w="932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2"/>
            <p:cNvSpPr/>
            <p:nvPr/>
          </p:nvSpPr>
          <p:spPr>
            <a:xfrm>
              <a:off x="3521371" y="-450877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2"/>
            <p:cNvSpPr/>
            <p:nvPr/>
          </p:nvSpPr>
          <p:spPr>
            <a:xfrm>
              <a:off x="3513060" y="-298420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2"/>
            <p:cNvSpPr/>
            <p:nvPr/>
          </p:nvSpPr>
          <p:spPr>
            <a:xfrm>
              <a:off x="3393847" y="-184748"/>
              <a:ext cx="80429" cy="72207"/>
            </a:xfrm>
            <a:custGeom>
              <a:rect b="b" l="l" r="r" t="t"/>
              <a:pathLst>
                <a:path extrusionOk="0" h="808" w="90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2290025" y="3339900"/>
            <a:ext cx="4563900" cy="360900"/>
          </a:xfrm>
          <a:prstGeom prst="rect">
            <a:avLst/>
          </a:prstGeom>
          <a:solidFill>
            <a:srgbClr val="FF9933">
              <a:alpha val="5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745900" y="1055600"/>
            <a:ext cx="7652100" cy="21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 rot="10800000">
            <a:off x="-1701322" y="4553904"/>
            <a:ext cx="5053092" cy="435777"/>
            <a:chOff x="5896680" y="4472083"/>
            <a:chExt cx="5053092" cy="435777"/>
          </a:xfrm>
        </p:grpSpPr>
        <p:grpSp>
          <p:nvGrpSpPr>
            <p:cNvPr id="66" name="Google Shape;66;p14"/>
            <p:cNvGrpSpPr/>
            <p:nvPr/>
          </p:nvGrpSpPr>
          <p:grpSpPr>
            <a:xfrm flipH="1" rot="-5400000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rect b="b" l="l" r="r" t="t"/>
                <a:pathLst>
                  <a:path extrusionOk="0" h="18597" w="2203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rect b="b" l="l" r="r" t="t"/>
                <a:pathLst>
                  <a:path extrusionOk="0" h="653" w="652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oogle Shape;69;p14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70" name="Google Shape;70;p14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rect b="b" l="l" r="r" t="t"/>
                <a:pathLst>
                  <a:path extrusionOk="0" h="12610" w="94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rect b="b" l="l" r="r" t="t"/>
                <a:pathLst>
                  <a:path extrusionOk="0" h="621" w="621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72;p14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73" name="Google Shape;73;p14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rect b="b" l="l" r="r" t="t"/>
                <a:pathLst>
                  <a:path extrusionOk="0" h="12610" w="94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rect b="b" l="l" r="r" t="t"/>
                <a:pathLst>
                  <a:path extrusionOk="0" h="621" w="621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" name="Google Shape;75;p14"/>
          <p:cNvGrpSpPr/>
          <p:nvPr/>
        </p:nvGrpSpPr>
        <p:grpSpPr>
          <a:xfrm flipH="1" rot="10800000">
            <a:off x="5909368" y="275306"/>
            <a:ext cx="4210803" cy="931612"/>
            <a:chOff x="6135243" y="509694"/>
            <a:chExt cx="4210803" cy="931612"/>
          </a:xfrm>
        </p:grpSpPr>
        <p:sp>
          <p:nvSpPr>
            <p:cNvPr id="76" name="Google Shape;76;p14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14"/>
          <p:cNvSpPr/>
          <p:nvPr/>
        </p:nvSpPr>
        <p:spPr>
          <a:xfrm>
            <a:off x="7455506" y="4343931"/>
            <a:ext cx="425556" cy="432527"/>
          </a:xfrm>
          <a:custGeom>
            <a:rect b="b" l="l" r="r" t="t"/>
            <a:pathLst>
              <a:path extrusionOk="0" h="4840" w="4762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14"/>
          <p:cNvGrpSpPr/>
          <p:nvPr/>
        </p:nvGrpSpPr>
        <p:grpSpPr>
          <a:xfrm rot="-899960">
            <a:off x="8218214" y="3614536"/>
            <a:ext cx="454765" cy="457447"/>
            <a:chOff x="3137370" y="-570001"/>
            <a:chExt cx="454778" cy="457460"/>
          </a:xfrm>
        </p:grpSpPr>
        <p:sp>
          <p:nvSpPr>
            <p:cNvPr id="84" name="Google Shape;84;p14"/>
            <p:cNvSpPr/>
            <p:nvPr/>
          </p:nvSpPr>
          <p:spPr>
            <a:xfrm>
              <a:off x="3154081" y="-531752"/>
              <a:ext cx="429756" cy="377388"/>
            </a:xfrm>
            <a:custGeom>
              <a:rect b="b" l="l" r="r" t="t"/>
              <a:pathLst>
                <a:path extrusionOk="0" h="4223" w="4809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3237190" y="-194399"/>
              <a:ext cx="84629" cy="76318"/>
            </a:xfrm>
            <a:custGeom>
              <a:rect b="b" l="l" r="r" t="t"/>
              <a:pathLst>
                <a:path extrusionOk="0" h="854" w="947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3137370" y="-313612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3141570" y="-467499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3256582" y="-570001"/>
              <a:ext cx="81858" cy="73547"/>
            </a:xfrm>
            <a:custGeom>
              <a:rect b="b" l="l" r="r" t="t"/>
              <a:pathLst>
                <a:path extrusionOk="0" h="823" w="916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3409039" y="-564460"/>
              <a:ext cx="83288" cy="76318"/>
            </a:xfrm>
            <a:custGeom>
              <a:rect b="b" l="l" r="r" t="t"/>
              <a:pathLst>
                <a:path extrusionOk="0" h="854" w="932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3521371" y="-450877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3513060" y="-298420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3393847" y="-184748"/>
              <a:ext cx="80429" cy="72207"/>
            </a:xfrm>
            <a:custGeom>
              <a:rect b="b" l="l" r="r" t="t"/>
              <a:pathLst>
                <a:path extrusionOk="0" h="808" w="90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14"/>
          <p:cNvGrpSpPr/>
          <p:nvPr/>
        </p:nvGrpSpPr>
        <p:grpSpPr>
          <a:xfrm>
            <a:off x="7984623" y="4115930"/>
            <a:ext cx="888556" cy="888556"/>
            <a:chOff x="3601710" y="-660170"/>
            <a:chExt cx="888556" cy="888556"/>
          </a:xfrm>
        </p:grpSpPr>
        <p:sp>
          <p:nvSpPr>
            <p:cNvPr id="94" name="Google Shape;94;p14"/>
            <p:cNvSpPr/>
            <p:nvPr/>
          </p:nvSpPr>
          <p:spPr>
            <a:xfrm>
              <a:off x="3633613" y="-585997"/>
              <a:ext cx="838601" cy="740210"/>
            </a:xfrm>
            <a:custGeom>
              <a:rect b="b" l="l" r="r" t="t"/>
              <a:pathLst>
                <a:path extrusionOk="0" h="8283" w="9384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3823514" y="85581"/>
              <a:ext cx="162197" cy="142805"/>
            </a:xfrm>
            <a:custGeom>
              <a:rect b="b" l="l" r="r" t="t"/>
              <a:pathLst>
                <a:path extrusionOk="0" h="1598" w="1815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3608681" y="-138993"/>
              <a:ext cx="145576" cy="163627"/>
            </a:xfrm>
            <a:custGeom>
              <a:rect b="b" l="l" r="r" t="t"/>
              <a:pathLst>
                <a:path extrusionOk="0" h="1831" w="1629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3601710" y="-438366"/>
              <a:ext cx="142895" cy="163627"/>
            </a:xfrm>
            <a:custGeom>
              <a:rect b="b" l="l" r="r" t="t"/>
              <a:pathLst>
                <a:path extrusionOk="0" h="1831" w="1599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3805462" y="-653199"/>
              <a:ext cx="163627" cy="144235"/>
            </a:xfrm>
            <a:custGeom>
              <a:rect b="b" l="l" r="r" t="t"/>
              <a:pathLst>
                <a:path extrusionOk="0" h="1614" w="1831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4104835" y="-660170"/>
              <a:ext cx="163627" cy="144235"/>
            </a:xfrm>
            <a:custGeom>
              <a:rect b="b" l="l" r="r" t="t"/>
              <a:pathLst>
                <a:path extrusionOk="0" h="1614" w="1831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4339061" y="-454988"/>
              <a:ext cx="145665" cy="162197"/>
            </a:xfrm>
            <a:custGeom>
              <a:rect b="b" l="l" r="r" t="t"/>
              <a:pathLst>
                <a:path extrusionOk="0" h="1815" w="163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4346031" y="-155615"/>
              <a:ext cx="144235" cy="162197"/>
            </a:xfrm>
            <a:custGeom>
              <a:rect b="b" l="l" r="r" t="t"/>
              <a:pathLst>
                <a:path extrusionOk="0" h="1815" w="1614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4122887" y="78611"/>
              <a:ext cx="162197" cy="142805"/>
            </a:xfrm>
            <a:custGeom>
              <a:rect b="b" l="l" r="r" t="t"/>
              <a:pathLst>
                <a:path extrusionOk="0" h="1598" w="1815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3928786" y="-339975"/>
              <a:ext cx="231634" cy="249596"/>
            </a:xfrm>
            <a:custGeom>
              <a:rect b="b" l="l" r="r" t="t"/>
              <a:pathLst>
                <a:path extrusionOk="0" h="2793" w="2592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 rot="-899960">
            <a:off x="3703807" y="656452"/>
            <a:ext cx="454765" cy="457447"/>
            <a:chOff x="3137370" y="-570001"/>
            <a:chExt cx="454778" cy="457460"/>
          </a:xfrm>
        </p:grpSpPr>
        <p:sp>
          <p:nvSpPr>
            <p:cNvPr id="105" name="Google Shape;105;p14"/>
            <p:cNvSpPr/>
            <p:nvPr/>
          </p:nvSpPr>
          <p:spPr>
            <a:xfrm>
              <a:off x="3154081" y="-531752"/>
              <a:ext cx="429756" cy="377388"/>
            </a:xfrm>
            <a:custGeom>
              <a:rect b="b" l="l" r="r" t="t"/>
              <a:pathLst>
                <a:path extrusionOk="0" h="4223" w="4809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3237190" y="-194399"/>
              <a:ext cx="84629" cy="76318"/>
            </a:xfrm>
            <a:custGeom>
              <a:rect b="b" l="l" r="r" t="t"/>
              <a:pathLst>
                <a:path extrusionOk="0" h="854" w="947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3137370" y="-313612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3141570" y="-467499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3256582" y="-570001"/>
              <a:ext cx="81858" cy="73547"/>
            </a:xfrm>
            <a:custGeom>
              <a:rect b="b" l="l" r="r" t="t"/>
              <a:pathLst>
                <a:path extrusionOk="0" h="823" w="916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3409039" y="-564460"/>
              <a:ext cx="83288" cy="76318"/>
            </a:xfrm>
            <a:custGeom>
              <a:rect b="b" l="l" r="r" t="t"/>
              <a:pathLst>
                <a:path extrusionOk="0" h="854" w="932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3521371" y="-450877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3513060" y="-298420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3393847" y="-184748"/>
              <a:ext cx="80429" cy="72207"/>
            </a:xfrm>
            <a:custGeom>
              <a:rect b="b" l="l" r="r" t="t"/>
              <a:pathLst>
                <a:path extrusionOk="0" h="808" w="90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2776800" y="3673413"/>
            <a:ext cx="3590400" cy="8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type="title"/>
          </p:nvPr>
        </p:nvSpPr>
        <p:spPr>
          <a:xfrm>
            <a:off x="2776800" y="3214900"/>
            <a:ext cx="359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7" name="Google Shape;117;p15"/>
          <p:cNvSpPr/>
          <p:nvPr>
            <p:ph idx="2" type="pic"/>
          </p:nvPr>
        </p:nvSpPr>
        <p:spPr>
          <a:xfrm>
            <a:off x="2919380" y="882462"/>
            <a:ext cx="3305700" cy="1859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8" name="Google Shape;118;p15"/>
          <p:cNvGrpSpPr/>
          <p:nvPr/>
        </p:nvGrpSpPr>
        <p:grpSpPr>
          <a:xfrm>
            <a:off x="4421623" y="4581142"/>
            <a:ext cx="300770" cy="54726"/>
            <a:chOff x="4770650" y="685575"/>
            <a:chExt cx="158250" cy="28800"/>
          </a:xfrm>
        </p:grpSpPr>
        <p:sp>
          <p:nvSpPr>
            <p:cNvPr id="119" name="Google Shape;119;p15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7"/>
          <p:cNvGrpSpPr/>
          <p:nvPr/>
        </p:nvGrpSpPr>
        <p:grpSpPr>
          <a:xfrm>
            <a:off x="5092230" y="-180803"/>
            <a:ext cx="5253816" cy="1622109"/>
            <a:chOff x="5092230" y="-180802"/>
            <a:chExt cx="5253816" cy="1622109"/>
          </a:xfrm>
        </p:grpSpPr>
        <p:sp>
          <p:nvSpPr>
            <p:cNvPr id="125" name="Google Shape;125;p17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rect b="b" l="l" r="r" t="t"/>
              <a:pathLst>
                <a:path extrusionOk="0" h="18597" w="2203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rect b="b" l="l" r="r" t="t"/>
              <a:pathLst>
                <a:path extrusionOk="0" h="653" w="652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rect b="b" l="l" r="r" t="t"/>
              <a:pathLst>
                <a:path extrusionOk="0" h="15154" w="2545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rect b="b" l="l" r="r" t="t"/>
              <a:pathLst>
                <a:path extrusionOk="0" h="621" w="622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7"/>
          <p:cNvGrpSpPr/>
          <p:nvPr/>
        </p:nvGrpSpPr>
        <p:grpSpPr>
          <a:xfrm>
            <a:off x="5896679" y="4154158"/>
            <a:ext cx="5053092" cy="435777"/>
            <a:chOff x="5896680" y="4472083"/>
            <a:chExt cx="5053092" cy="435777"/>
          </a:xfrm>
        </p:grpSpPr>
        <p:grpSp>
          <p:nvGrpSpPr>
            <p:cNvPr id="136" name="Google Shape;136;p17"/>
            <p:cNvGrpSpPr/>
            <p:nvPr/>
          </p:nvGrpSpPr>
          <p:grpSpPr>
            <a:xfrm flipH="1" rot="-5400000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137" name="Google Shape;137;p17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rect b="b" l="l" r="r" t="t"/>
                <a:pathLst>
                  <a:path extrusionOk="0" h="18597" w="2203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17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rect b="b" l="l" r="r" t="t"/>
                <a:pathLst>
                  <a:path extrusionOk="0" h="653" w="652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" name="Google Shape;139;p17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140" name="Google Shape;140;p17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rect b="b" l="l" r="r" t="t"/>
                <a:pathLst>
                  <a:path extrusionOk="0" h="12610" w="94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7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rect b="b" l="l" r="r" t="t"/>
                <a:pathLst>
                  <a:path extrusionOk="0" h="621" w="621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2" name="Google Shape;142;p17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143" name="Google Shape;143;p17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rect b="b" l="l" r="r" t="t"/>
                <a:pathLst>
                  <a:path extrusionOk="0" h="12610" w="94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7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rect b="b" l="l" r="r" t="t"/>
                <a:pathLst>
                  <a:path extrusionOk="0" h="621" w="621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b="0" i="0" sz="35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b="0" i="0" sz="35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b="0" i="0" sz="35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b="0" i="0" sz="35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b="0" i="0" sz="35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b="0" i="0" sz="35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b="0" i="0" sz="35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b="0" i="0" sz="35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b="0" i="0" sz="35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●"/>
              <a:defRPr b="0" i="0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○"/>
              <a:defRPr b="0" i="0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■"/>
              <a:defRPr b="0" i="0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●"/>
              <a:defRPr b="0" i="0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○"/>
              <a:defRPr b="0" i="0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■"/>
              <a:defRPr b="0" i="0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●"/>
              <a:defRPr b="0" i="0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○"/>
              <a:defRPr b="0" i="0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■"/>
              <a:defRPr b="0" i="0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slow"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6.jp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"/>
          <p:cNvSpPr txBox="1"/>
          <p:nvPr>
            <p:ph idx="1" type="subTitle"/>
          </p:nvPr>
        </p:nvSpPr>
        <p:spPr>
          <a:xfrm>
            <a:off x="2786550" y="4427646"/>
            <a:ext cx="3570900" cy="409500"/>
          </a:xfrm>
          <a:prstGeom prst="rect">
            <a:avLst/>
          </a:prstGeom>
          <a:solidFill>
            <a:srgbClr val="138808">
              <a:alpha val="2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PRESENTATION</a:t>
            </a:r>
            <a:endParaRPr/>
          </a:p>
        </p:txBody>
      </p:sp>
      <p:grpSp>
        <p:nvGrpSpPr>
          <p:cNvPr id="150" name="Google Shape;150;p1"/>
          <p:cNvGrpSpPr/>
          <p:nvPr/>
        </p:nvGrpSpPr>
        <p:grpSpPr>
          <a:xfrm>
            <a:off x="6458010" y="3902592"/>
            <a:ext cx="300770" cy="54726"/>
            <a:chOff x="4770650" y="685575"/>
            <a:chExt cx="158250" cy="28800"/>
          </a:xfrm>
        </p:grpSpPr>
        <p:sp>
          <p:nvSpPr>
            <p:cNvPr id="151" name="Google Shape;151;p1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1"/>
          <p:cNvGrpSpPr/>
          <p:nvPr/>
        </p:nvGrpSpPr>
        <p:grpSpPr>
          <a:xfrm>
            <a:off x="5714451" y="4448003"/>
            <a:ext cx="5053092" cy="435777"/>
            <a:chOff x="5896680" y="4472083"/>
            <a:chExt cx="5053092" cy="435777"/>
          </a:xfrm>
        </p:grpSpPr>
        <p:grpSp>
          <p:nvGrpSpPr>
            <p:cNvPr id="155" name="Google Shape;155;p1"/>
            <p:cNvGrpSpPr/>
            <p:nvPr/>
          </p:nvGrpSpPr>
          <p:grpSpPr>
            <a:xfrm flipH="1" rot="-5400000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156" name="Google Shape;156;p1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rect b="b" l="l" r="r" t="t"/>
                <a:pathLst>
                  <a:path extrusionOk="0" h="18597" w="2203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rect b="b" l="l" r="r" t="t"/>
                <a:pathLst>
                  <a:path extrusionOk="0" h="653" w="652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1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159" name="Google Shape;159;p1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rect b="b" l="l" r="r" t="t"/>
                <a:pathLst>
                  <a:path extrusionOk="0" h="12610" w="94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rect b="b" l="l" r="r" t="t"/>
                <a:pathLst>
                  <a:path extrusionOk="0" h="621" w="621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1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162" name="Google Shape;162;p1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rect b="b" l="l" r="r" t="t"/>
                <a:pathLst>
                  <a:path extrusionOk="0" h="12610" w="94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rect b="b" l="l" r="r" t="t"/>
                <a:pathLst>
                  <a:path extrusionOk="0" h="621" w="621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4" name="Google Shape;164;p1"/>
          <p:cNvGrpSpPr/>
          <p:nvPr/>
        </p:nvGrpSpPr>
        <p:grpSpPr>
          <a:xfrm rot="10800000">
            <a:off x="-1453581" y="4412314"/>
            <a:ext cx="5053092" cy="435777"/>
            <a:chOff x="5896680" y="4472083"/>
            <a:chExt cx="5053092" cy="435777"/>
          </a:xfrm>
        </p:grpSpPr>
        <p:grpSp>
          <p:nvGrpSpPr>
            <p:cNvPr id="165" name="Google Shape;165;p1"/>
            <p:cNvGrpSpPr/>
            <p:nvPr/>
          </p:nvGrpSpPr>
          <p:grpSpPr>
            <a:xfrm flipH="1" rot="-5400000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166" name="Google Shape;166;p1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rect b="b" l="l" r="r" t="t"/>
                <a:pathLst>
                  <a:path extrusionOk="0" h="18597" w="2203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rect b="b" l="l" r="r" t="t"/>
                <a:pathLst>
                  <a:path extrusionOk="0" h="653" w="652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" name="Google Shape;168;p1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169" name="Google Shape;169;p1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rect b="b" l="l" r="r" t="t"/>
                <a:pathLst>
                  <a:path extrusionOk="0" h="12610" w="94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rect b="b" l="l" r="r" t="t"/>
                <a:pathLst>
                  <a:path extrusionOk="0" h="621" w="621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1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172" name="Google Shape;172;p1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rect b="b" l="l" r="r" t="t"/>
                <a:pathLst>
                  <a:path extrusionOk="0" h="12610" w="94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rect b="b" l="l" r="r" t="t"/>
                <a:pathLst>
                  <a:path extrusionOk="0" h="621" w="621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4" name="Google Shape;174;p1"/>
          <p:cNvSpPr/>
          <p:nvPr/>
        </p:nvSpPr>
        <p:spPr>
          <a:xfrm>
            <a:off x="3017764" y="446804"/>
            <a:ext cx="2194070" cy="221757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/>
          <p:nvPr/>
        </p:nvSpPr>
        <p:spPr>
          <a:xfrm>
            <a:off x="6461158" y="3523538"/>
            <a:ext cx="519175" cy="43378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804" y="486122"/>
            <a:ext cx="6650392" cy="3912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"/>
          <p:cNvSpPr txBox="1"/>
          <p:nvPr>
            <p:ph type="title"/>
          </p:nvPr>
        </p:nvSpPr>
        <p:spPr>
          <a:xfrm>
            <a:off x="938512" y="1762675"/>
            <a:ext cx="544544" cy="572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182" name="Google Shape;182;p2"/>
          <p:cNvSpPr txBox="1"/>
          <p:nvPr>
            <p:ph idx="2" type="title"/>
          </p:nvPr>
        </p:nvSpPr>
        <p:spPr>
          <a:xfrm>
            <a:off x="4800023" y="1760225"/>
            <a:ext cx="544544" cy="572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183" name="Google Shape;183;p2"/>
          <p:cNvSpPr txBox="1"/>
          <p:nvPr>
            <p:ph idx="4" type="title"/>
          </p:nvPr>
        </p:nvSpPr>
        <p:spPr>
          <a:xfrm>
            <a:off x="938512" y="3175600"/>
            <a:ext cx="544544" cy="572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184" name="Google Shape;184;p2"/>
          <p:cNvSpPr txBox="1"/>
          <p:nvPr>
            <p:ph idx="6" type="title"/>
          </p:nvPr>
        </p:nvSpPr>
        <p:spPr>
          <a:xfrm>
            <a:off x="4800023" y="3175600"/>
            <a:ext cx="544544" cy="572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185" name="Google Shape;185;p2"/>
          <p:cNvSpPr txBox="1"/>
          <p:nvPr>
            <p:ph idx="8" type="title"/>
          </p:nvPr>
        </p:nvSpPr>
        <p:spPr>
          <a:xfrm>
            <a:off x="720000" y="53499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186" name="Google Shape;186;p2"/>
          <p:cNvSpPr txBox="1"/>
          <p:nvPr>
            <p:ph idx="9" type="subTitle"/>
          </p:nvPr>
        </p:nvSpPr>
        <p:spPr>
          <a:xfrm>
            <a:off x="1533112" y="1762675"/>
            <a:ext cx="2486439" cy="572699"/>
          </a:xfrm>
          <a:prstGeom prst="rect">
            <a:avLst/>
          </a:prstGeom>
          <a:solidFill>
            <a:srgbClr val="17548B">
              <a:alpha val="3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OUR TEAM</a:t>
            </a:r>
            <a:endParaRPr/>
          </a:p>
        </p:txBody>
      </p:sp>
      <p:sp>
        <p:nvSpPr>
          <p:cNvPr id="187" name="Google Shape;187;p2"/>
          <p:cNvSpPr txBox="1"/>
          <p:nvPr>
            <p:ph idx="13" type="subTitle"/>
          </p:nvPr>
        </p:nvSpPr>
        <p:spPr>
          <a:xfrm>
            <a:off x="5394623" y="1762671"/>
            <a:ext cx="2486439" cy="572699"/>
          </a:xfrm>
          <a:prstGeom prst="rect">
            <a:avLst/>
          </a:prstGeom>
          <a:solidFill>
            <a:srgbClr val="17548B">
              <a:alpha val="3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OUR GOAL</a:t>
            </a:r>
            <a:endParaRPr/>
          </a:p>
        </p:txBody>
      </p:sp>
      <p:sp>
        <p:nvSpPr>
          <p:cNvPr id="188" name="Google Shape;188;p2"/>
          <p:cNvSpPr txBox="1"/>
          <p:nvPr>
            <p:ph idx="14" type="subTitle"/>
          </p:nvPr>
        </p:nvSpPr>
        <p:spPr>
          <a:xfrm>
            <a:off x="1533112" y="3175610"/>
            <a:ext cx="2486439" cy="572699"/>
          </a:xfrm>
          <a:prstGeom prst="rect">
            <a:avLst/>
          </a:prstGeom>
          <a:solidFill>
            <a:srgbClr val="138808">
              <a:alpha val="2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STAGES OF REALIZATION</a:t>
            </a:r>
            <a:endParaRPr/>
          </a:p>
        </p:txBody>
      </p:sp>
      <p:sp>
        <p:nvSpPr>
          <p:cNvPr id="189" name="Google Shape;189;p2"/>
          <p:cNvSpPr txBox="1"/>
          <p:nvPr>
            <p:ph idx="15" type="subTitle"/>
          </p:nvPr>
        </p:nvSpPr>
        <p:spPr>
          <a:xfrm>
            <a:off x="5394623" y="3175600"/>
            <a:ext cx="2486439" cy="572699"/>
          </a:xfrm>
          <a:prstGeom prst="rect">
            <a:avLst/>
          </a:prstGeom>
          <a:solidFill>
            <a:srgbClr val="138808">
              <a:alpha val="2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USED TECHNOLOGIES</a:t>
            </a:r>
            <a:endParaRPr/>
          </a:p>
        </p:txBody>
      </p:sp>
      <p:grpSp>
        <p:nvGrpSpPr>
          <p:cNvPr id="190" name="Google Shape;190;p2"/>
          <p:cNvGrpSpPr/>
          <p:nvPr/>
        </p:nvGrpSpPr>
        <p:grpSpPr>
          <a:xfrm flipH="1" rot="10800000">
            <a:off x="5909368" y="275306"/>
            <a:ext cx="4210803" cy="931612"/>
            <a:chOff x="6135243" y="509694"/>
            <a:chExt cx="4210803" cy="931612"/>
          </a:xfrm>
        </p:grpSpPr>
        <p:sp>
          <p:nvSpPr>
            <p:cNvPr id="191" name="Google Shape;191;p2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2"/>
          <p:cNvSpPr/>
          <p:nvPr/>
        </p:nvSpPr>
        <p:spPr>
          <a:xfrm>
            <a:off x="7455506" y="4343931"/>
            <a:ext cx="425556" cy="432527"/>
          </a:xfrm>
          <a:custGeom>
            <a:rect b="b" l="l" r="r" t="t"/>
            <a:pathLst>
              <a:path extrusionOk="0" h="4840" w="4762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p2"/>
          <p:cNvGrpSpPr/>
          <p:nvPr/>
        </p:nvGrpSpPr>
        <p:grpSpPr>
          <a:xfrm rot="-899960">
            <a:off x="8218214" y="3614536"/>
            <a:ext cx="454765" cy="457447"/>
            <a:chOff x="3137370" y="-570001"/>
            <a:chExt cx="454778" cy="457460"/>
          </a:xfrm>
        </p:grpSpPr>
        <p:sp>
          <p:nvSpPr>
            <p:cNvPr id="199" name="Google Shape;199;p2"/>
            <p:cNvSpPr/>
            <p:nvPr/>
          </p:nvSpPr>
          <p:spPr>
            <a:xfrm>
              <a:off x="3154081" y="-531752"/>
              <a:ext cx="429756" cy="377388"/>
            </a:xfrm>
            <a:custGeom>
              <a:rect b="b" l="l" r="r" t="t"/>
              <a:pathLst>
                <a:path extrusionOk="0" h="4223" w="4809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3237190" y="-194399"/>
              <a:ext cx="84629" cy="76318"/>
            </a:xfrm>
            <a:custGeom>
              <a:rect b="b" l="l" r="r" t="t"/>
              <a:pathLst>
                <a:path extrusionOk="0" h="854" w="947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137370" y="-313612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3141570" y="-467499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3256582" y="-570001"/>
              <a:ext cx="81858" cy="73547"/>
            </a:xfrm>
            <a:custGeom>
              <a:rect b="b" l="l" r="r" t="t"/>
              <a:pathLst>
                <a:path extrusionOk="0" h="823" w="916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3409039" y="-564460"/>
              <a:ext cx="83288" cy="76318"/>
            </a:xfrm>
            <a:custGeom>
              <a:rect b="b" l="l" r="r" t="t"/>
              <a:pathLst>
                <a:path extrusionOk="0" h="854" w="932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3521371" y="-450877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3513060" y="-298420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3393847" y="-184748"/>
              <a:ext cx="80429" cy="72207"/>
            </a:xfrm>
            <a:custGeom>
              <a:rect b="b" l="l" r="r" t="t"/>
              <a:pathLst>
                <a:path extrusionOk="0" h="808" w="90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2"/>
          <p:cNvGrpSpPr/>
          <p:nvPr/>
        </p:nvGrpSpPr>
        <p:grpSpPr>
          <a:xfrm>
            <a:off x="7984623" y="4115930"/>
            <a:ext cx="888556" cy="888556"/>
            <a:chOff x="3601710" y="-660170"/>
            <a:chExt cx="888556" cy="888556"/>
          </a:xfrm>
        </p:grpSpPr>
        <p:sp>
          <p:nvSpPr>
            <p:cNvPr id="209" name="Google Shape;209;p2"/>
            <p:cNvSpPr/>
            <p:nvPr/>
          </p:nvSpPr>
          <p:spPr>
            <a:xfrm>
              <a:off x="3633613" y="-585997"/>
              <a:ext cx="838601" cy="740210"/>
            </a:xfrm>
            <a:custGeom>
              <a:rect b="b" l="l" r="r" t="t"/>
              <a:pathLst>
                <a:path extrusionOk="0" h="8283" w="9384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3823514" y="85581"/>
              <a:ext cx="162197" cy="142805"/>
            </a:xfrm>
            <a:custGeom>
              <a:rect b="b" l="l" r="r" t="t"/>
              <a:pathLst>
                <a:path extrusionOk="0" h="1598" w="1815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608681" y="-138993"/>
              <a:ext cx="145576" cy="163627"/>
            </a:xfrm>
            <a:custGeom>
              <a:rect b="b" l="l" r="r" t="t"/>
              <a:pathLst>
                <a:path extrusionOk="0" h="1831" w="1629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3601710" y="-438366"/>
              <a:ext cx="142895" cy="163627"/>
            </a:xfrm>
            <a:custGeom>
              <a:rect b="b" l="l" r="r" t="t"/>
              <a:pathLst>
                <a:path extrusionOk="0" h="1831" w="1599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3805462" y="-653199"/>
              <a:ext cx="163627" cy="144235"/>
            </a:xfrm>
            <a:custGeom>
              <a:rect b="b" l="l" r="r" t="t"/>
              <a:pathLst>
                <a:path extrusionOk="0" h="1614" w="1831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4104835" y="-660170"/>
              <a:ext cx="163627" cy="144235"/>
            </a:xfrm>
            <a:custGeom>
              <a:rect b="b" l="l" r="r" t="t"/>
              <a:pathLst>
                <a:path extrusionOk="0" h="1614" w="1831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4339061" y="-454988"/>
              <a:ext cx="145665" cy="162197"/>
            </a:xfrm>
            <a:custGeom>
              <a:rect b="b" l="l" r="r" t="t"/>
              <a:pathLst>
                <a:path extrusionOk="0" h="1815" w="163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346031" y="-155615"/>
              <a:ext cx="144235" cy="162197"/>
            </a:xfrm>
            <a:custGeom>
              <a:rect b="b" l="l" r="r" t="t"/>
              <a:pathLst>
                <a:path extrusionOk="0" h="1815" w="1614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4122887" y="78611"/>
              <a:ext cx="162197" cy="142805"/>
            </a:xfrm>
            <a:custGeom>
              <a:rect b="b" l="l" r="r" t="t"/>
              <a:pathLst>
                <a:path extrusionOk="0" h="1598" w="1815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3928786" y="-339975"/>
              <a:ext cx="231634" cy="249596"/>
            </a:xfrm>
            <a:custGeom>
              <a:rect b="b" l="l" r="r" t="t"/>
              <a:pathLst>
                <a:path extrusionOk="0" h="2793" w="2592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2"/>
          <p:cNvGrpSpPr/>
          <p:nvPr/>
        </p:nvGrpSpPr>
        <p:grpSpPr>
          <a:xfrm rot="-899960">
            <a:off x="2612999" y="648806"/>
            <a:ext cx="454765" cy="457447"/>
            <a:chOff x="3137370" y="-570001"/>
            <a:chExt cx="454778" cy="457460"/>
          </a:xfrm>
        </p:grpSpPr>
        <p:sp>
          <p:nvSpPr>
            <p:cNvPr id="220" name="Google Shape;220;p2"/>
            <p:cNvSpPr/>
            <p:nvPr/>
          </p:nvSpPr>
          <p:spPr>
            <a:xfrm>
              <a:off x="3154081" y="-531752"/>
              <a:ext cx="429756" cy="377388"/>
            </a:xfrm>
            <a:custGeom>
              <a:rect b="b" l="l" r="r" t="t"/>
              <a:pathLst>
                <a:path extrusionOk="0" h="4223" w="4809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3237190" y="-194399"/>
              <a:ext cx="84629" cy="76318"/>
            </a:xfrm>
            <a:custGeom>
              <a:rect b="b" l="l" r="r" t="t"/>
              <a:pathLst>
                <a:path extrusionOk="0" h="854" w="947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3137370" y="-313612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3141570" y="-467499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3256582" y="-570001"/>
              <a:ext cx="81858" cy="73547"/>
            </a:xfrm>
            <a:custGeom>
              <a:rect b="b" l="l" r="r" t="t"/>
              <a:pathLst>
                <a:path extrusionOk="0" h="823" w="916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3409039" y="-564460"/>
              <a:ext cx="83288" cy="76318"/>
            </a:xfrm>
            <a:custGeom>
              <a:rect b="b" l="l" r="r" t="t"/>
              <a:pathLst>
                <a:path extrusionOk="0" h="854" w="932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3521371" y="-450877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3513060" y="-298420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3393847" y="-184748"/>
              <a:ext cx="80429" cy="72207"/>
            </a:xfrm>
            <a:custGeom>
              <a:rect b="b" l="l" r="r" t="t"/>
              <a:pathLst>
                <a:path extrusionOk="0" h="808" w="90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2"/>
          <p:cNvGrpSpPr/>
          <p:nvPr/>
        </p:nvGrpSpPr>
        <p:grpSpPr>
          <a:xfrm rot="-899960">
            <a:off x="6190679" y="601640"/>
            <a:ext cx="454765" cy="457447"/>
            <a:chOff x="3137370" y="-570001"/>
            <a:chExt cx="454778" cy="457460"/>
          </a:xfrm>
        </p:grpSpPr>
        <p:sp>
          <p:nvSpPr>
            <p:cNvPr id="230" name="Google Shape;230;p2"/>
            <p:cNvSpPr/>
            <p:nvPr/>
          </p:nvSpPr>
          <p:spPr>
            <a:xfrm>
              <a:off x="3154081" y="-531752"/>
              <a:ext cx="429756" cy="377388"/>
            </a:xfrm>
            <a:custGeom>
              <a:rect b="b" l="l" r="r" t="t"/>
              <a:pathLst>
                <a:path extrusionOk="0" h="4223" w="4809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3237190" y="-194399"/>
              <a:ext cx="84629" cy="76318"/>
            </a:xfrm>
            <a:custGeom>
              <a:rect b="b" l="l" r="r" t="t"/>
              <a:pathLst>
                <a:path extrusionOk="0" h="854" w="947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3137370" y="-313612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3141570" y="-467499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3256582" y="-570001"/>
              <a:ext cx="81858" cy="73547"/>
            </a:xfrm>
            <a:custGeom>
              <a:rect b="b" l="l" r="r" t="t"/>
              <a:pathLst>
                <a:path extrusionOk="0" h="823" w="916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3409039" y="-564460"/>
              <a:ext cx="83288" cy="76318"/>
            </a:xfrm>
            <a:custGeom>
              <a:rect b="b" l="l" r="r" t="t"/>
              <a:pathLst>
                <a:path extrusionOk="0" h="854" w="932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3521371" y="-450877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3513060" y="-298420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3393847" y="-184748"/>
              <a:ext cx="80429" cy="72207"/>
            </a:xfrm>
            <a:custGeom>
              <a:rect b="b" l="l" r="r" t="t"/>
              <a:pathLst>
                <a:path extrusionOk="0" h="808" w="90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2"/>
          <p:cNvGrpSpPr/>
          <p:nvPr/>
        </p:nvGrpSpPr>
        <p:grpSpPr>
          <a:xfrm flipH="1">
            <a:off x="-601662" y="467138"/>
            <a:ext cx="4210803" cy="897141"/>
            <a:chOff x="6135243" y="509694"/>
            <a:chExt cx="4210803" cy="931612"/>
          </a:xfrm>
        </p:grpSpPr>
        <p:sp>
          <p:nvSpPr>
            <p:cNvPr id="240" name="Google Shape;240;p2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2"/>
          <p:cNvSpPr/>
          <p:nvPr/>
        </p:nvSpPr>
        <p:spPr>
          <a:xfrm>
            <a:off x="4259080" y="4361530"/>
            <a:ext cx="495158" cy="41163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"/>
          <p:cNvSpPr txBox="1"/>
          <p:nvPr>
            <p:ph idx="1" type="subTitle"/>
          </p:nvPr>
        </p:nvSpPr>
        <p:spPr>
          <a:xfrm>
            <a:off x="63834" y="4085508"/>
            <a:ext cx="1666749" cy="410400"/>
          </a:xfrm>
          <a:prstGeom prst="rect">
            <a:avLst/>
          </a:prstGeom>
          <a:solidFill>
            <a:srgbClr val="C6E2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SECOND DESIGNER</a:t>
            </a:r>
            <a:endParaRPr sz="2000"/>
          </a:p>
        </p:txBody>
      </p:sp>
      <p:sp>
        <p:nvSpPr>
          <p:cNvPr id="252" name="Google Shape;252;p3"/>
          <p:cNvSpPr txBox="1"/>
          <p:nvPr>
            <p:ph idx="3" type="subTitle"/>
          </p:nvPr>
        </p:nvSpPr>
        <p:spPr>
          <a:xfrm>
            <a:off x="101610" y="2999002"/>
            <a:ext cx="1659936" cy="8858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Varvara Safonova</a:t>
            </a:r>
            <a:endParaRPr/>
          </a:p>
        </p:txBody>
      </p:sp>
      <p:sp>
        <p:nvSpPr>
          <p:cNvPr id="253" name="Google Shape;253;p3"/>
          <p:cNvSpPr txBox="1"/>
          <p:nvPr>
            <p:ph idx="5" type="subTitle"/>
          </p:nvPr>
        </p:nvSpPr>
        <p:spPr>
          <a:xfrm>
            <a:off x="3444813" y="4102299"/>
            <a:ext cx="1846657" cy="378965"/>
          </a:xfrm>
          <a:prstGeom prst="rect">
            <a:avLst/>
          </a:prstGeom>
          <a:solidFill>
            <a:srgbClr val="17548B">
              <a:alpha val="5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TEAM LEADER, 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BACK-END DEVELOPER</a:t>
            </a:r>
            <a:endParaRPr sz="2000"/>
          </a:p>
        </p:txBody>
      </p:sp>
      <p:grpSp>
        <p:nvGrpSpPr>
          <p:cNvPr id="254" name="Google Shape;254;p3"/>
          <p:cNvGrpSpPr/>
          <p:nvPr/>
        </p:nvGrpSpPr>
        <p:grpSpPr>
          <a:xfrm>
            <a:off x="5055298" y="4659233"/>
            <a:ext cx="5253816" cy="1622109"/>
            <a:chOff x="5092230" y="-180802"/>
            <a:chExt cx="5253816" cy="1622109"/>
          </a:xfrm>
        </p:grpSpPr>
        <p:sp>
          <p:nvSpPr>
            <p:cNvPr id="255" name="Google Shape;255;p3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rect b="b" l="l" r="r" t="t"/>
              <a:pathLst>
                <a:path extrusionOk="0" h="18597" w="2203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rect b="b" l="l" r="r" t="t"/>
              <a:pathLst>
                <a:path extrusionOk="0" h="653" w="652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rect b="b" l="l" r="r" t="t"/>
              <a:pathLst>
                <a:path extrusionOk="0" h="15154" w="2545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rect b="b" l="l" r="r" t="t"/>
              <a:pathLst>
                <a:path extrusionOk="0" h="621" w="622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p3"/>
          <p:cNvSpPr/>
          <p:nvPr/>
        </p:nvSpPr>
        <p:spPr>
          <a:xfrm>
            <a:off x="1210081" y="4804340"/>
            <a:ext cx="425556" cy="432527"/>
          </a:xfrm>
          <a:custGeom>
            <a:rect b="b" l="l" r="r" t="t"/>
            <a:pathLst>
              <a:path extrusionOk="0" h="4840" w="4762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p3"/>
          <p:cNvGrpSpPr/>
          <p:nvPr/>
        </p:nvGrpSpPr>
        <p:grpSpPr>
          <a:xfrm>
            <a:off x="-178549" y="4653134"/>
            <a:ext cx="888556" cy="888556"/>
            <a:chOff x="3601710" y="-660170"/>
            <a:chExt cx="888556" cy="888556"/>
          </a:xfrm>
        </p:grpSpPr>
        <p:sp>
          <p:nvSpPr>
            <p:cNvPr id="267" name="Google Shape;267;p3"/>
            <p:cNvSpPr/>
            <p:nvPr/>
          </p:nvSpPr>
          <p:spPr>
            <a:xfrm>
              <a:off x="3633613" y="-585997"/>
              <a:ext cx="838601" cy="740210"/>
            </a:xfrm>
            <a:custGeom>
              <a:rect b="b" l="l" r="r" t="t"/>
              <a:pathLst>
                <a:path extrusionOk="0" h="8283" w="9384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3823514" y="85581"/>
              <a:ext cx="162197" cy="142805"/>
            </a:xfrm>
            <a:custGeom>
              <a:rect b="b" l="l" r="r" t="t"/>
              <a:pathLst>
                <a:path extrusionOk="0" h="1598" w="1815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3608681" y="-138993"/>
              <a:ext cx="145576" cy="163627"/>
            </a:xfrm>
            <a:custGeom>
              <a:rect b="b" l="l" r="r" t="t"/>
              <a:pathLst>
                <a:path extrusionOk="0" h="1831" w="1629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601710" y="-438366"/>
              <a:ext cx="142895" cy="163627"/>
            </a:xfrm>
            <a:custGeom>
              <a:rect b="b" l="l" r="r" t="t"/>
              <a:pathLst>
                <a:path extrusionOk="0" h="1831" w="1599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805462" y="-653199"/>
              <a:ext cx="163627" cy="144235"/>
            </a:xfrm>
            <a:custGeom>
              <a:rect b="b" l="l" r="r" t="t"/>
              <a:pathLst>
                <a:path extrusionOk="0" h="1614" w="1831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4104835" y="-660170"/>
              <a:ext cx="163627" cy="144235"/>
            </a:xfrm>
            <a:custGeom>
              <a:rect b="b" l="l" r="r" t="t"/>
              <a:pathLst>
                <a:path extrusionOk="0" h="1614" w="1831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4339061" y="-454988"/>
              <a:ext cx="145665" cy="162197"/>
            </a:xfrm>
            <a:custGeom>
              <a:rect b="b" l="l" r="r" t="t"/>
              <a:pathLst>
                <a:path extrusionOk="0" h="1815" w="163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4346031" y="-155615"/>
              <a:ext cx="144235" cy="162197"/>
            </a:xfrm>
            <a:custGeom>
              <a:rect b="b" l="l" r="r" t="t"/>
              <a:pathLst>
                <a:path extrusionOk="0" h="1815" w="1614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4122887" y="78611"/>
              <a:ext cx="162197" cy="142805"/>
            </a:xfrm>
            <a:custGeom>
              <a:rect b="b" l="l" r="r" t="t"/>
              <a:pathLst>
                <a:path extrusionOk="0" h="1598" w="1815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3928786" y="-339975"/>
              <a:ext cx="231634" cy="249596"/>
            </a:xfrm>
            <a:custGeom>
              <a:rect b="b" l="l" r="r" t="t"/>
              <a:pathLst>
                <a:path extrusionOk="0" h="2793" w="2592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3"/>
          <p:cNvSpPr txBox="1"/>
          <p:nvPr>
            <p:ph idx="2" type="subTitle"/>
          </p:nvPr>
        </p:nvSpPr>
        <p:spPr>
          <a:xfrm>
            <a:off x="1576421" y="2431891"/>
            <a:ext cx="1989088" cy="5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Elizaveta Furnika</a:t>
            </a:r>
            <a:endParaRPr/>
          </a:p>
        </p:txBody>
      </p:sp>
      <p:sp>
        <p:nvSpPr>
          <p:cNvPr id="278" name="Google Shape;278;p3"/>
          <p:cNvSpPr txBox="1"/>
          <p:nvPr/>
        </p:nvSpPr>
        <p:spPr>
          <a:xfrm>
            <a:off x="6963489" y="4080131"/>
            <a:ext cx="1933731" cy="410400"/>
          </a:xfrm>
          <a:prstGeom prst="rect">
            <a:avLst/>
          </a:prstGeom>
          <a:solidFill>
            <a:srgbClr val="138808">
              <a:alpha val="2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</a:pPr>
            <a:r>
              <a:rPr lang="en-US" sz="20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DESIGNER</a:t>
            </a:r>
            <a:endParaRPr/>
          </a:p>
        </p:txBody>
      </p:sp>
      <p:sp>
        <p:nvSpPr>
          <p:cNvPr id="279" name="Google Shape;279;p3"/>
          <p:cNvSpPr txBox="1"/>
          <p:nvPr/>
        </p:nvSpPr>
        <p:spPr>
          <a:xfrm>
            <a:off x="7066079" y="3043592"/>
            <a:ext cx="1479121" cy="8858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Svyatoslav</a:t>
            </a:r>
            <a:endParaRPr b="0" i="0" sz="1400" u="none" cap="none" strike="noStrike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Sidorov</a:t>
            </a:r>
            <a:endParaRPr b="0" i="0" sz="1400" u="none" cap="none" strike="noStrike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80" name="Google Shape;280;p3"/>
          <p:cNvSpPr txBox="1"/>
          <p:nvPr/>
        </p:nvSpPr>
        <p:spPr>
          <a:xfrm>
            <a:off x="5256000" y="3332025"/>
            <a:ext cx="1846800" cy="410400"/>
          </a:xfrm>
          <a:prstGeom prst="rect">
            <a:avLst/>
          </a:prstGeom>
          <a:solidFill>
            <a:srgbClr val="17548B">
              <a:alpha val="5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</a:pPr>
            <a:r>
              <a:rPr lang="en-US" sz="20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BACK-END DEVELOPER</a:t>
            </a:r>
            <a:endParaRPr/>
          </a:p>
        </p:txBody>
      </p:sp>
      <p:sp>
        <p:nvSpPr>
          <p:cNvPr id="281" name="Google Shape;281;p3"/>
          <p:cNvSpPr txBox="1"/>
          <p:nvPr/>
        </p:nvSpPr>
        <p:spPr>
          <a:xfrm>
            <a:off x="5279453" y="2440501"/>
            <a:ext cx="1479121" cy="8858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Denis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Zavalishin</a:t>
            </a:r>
            <a:endParaRPr b="0" i="0" sz="1400" u="none" cap="none" strike="noStrike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82" name="Google Shape;282;p3"/>
          <p:cNvSpPr txBox="1"/>
          <p:nvPr/>
        </p:nvSpPr>
        <p:spPr>
          <a:xfrm>
            <a:off x="1987912" y="194080"/>
            <a:ext cx="5274139" cy="602048"/>
          </a:xfrm>
          <a:prstGeom prst="rect">
            <a:avLst/>
          </a:prstGeom>
          <a:solidFill>
            <a:srgbClr val="81A2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OUR TEAM</a:t>
            </a:r>
            <a:endParaRPr/>
          </a:p>
        </p:txBody>
      </p:sp>
      <p:grpSp>
        <p:nvGrpSpPr>
          <p:cNvPr id="283" name="Google Shape;283;p3"/>
          <p:cNvGrpSpPr/>
          <p:nvPr/>
        </p:nvGrpSpPr>
        <p:grpSpPr>
          <a:xfrm>
            <a:off x="5815883" y="500109"/>
            <a:ext cx="5053092" cy="435777"/>
            <a:chOff x="5896680" y="4472083"/>
            <a:chExt cx="5053092" cy="435777"/>
          </a:xfrm>
        </p:grpSpPr>
        <p:grpSp>
          <p:nvGrpSpPr>
            <p:cNvPr id="284" name="Google Shape;284;p3"/>
            <p:cNvGrpSpPr/>
            <p:nvPr/>
          </p:nvGrpSpPr>
          <p:grpSpPr>
            <a:xfrm flipH="1" rot="-5400000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285" name="Google Shape;285;p3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rect b="b" l="l" r="r" t="t"/>
                <a:pathLst>
                  <a:path extrusionOk="0" h="18597" w="2203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rect b="b" l="l" r="r" t="t"/>
                <a:pathLst>
                  <a:path extrusionOk="0" h="653" w="652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7" name="Google Shape;287;p3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288" name="Google Shape;288;p3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rect b="b" l="l" r="r" t="t"/>
                <a:pathLst>
                  <a:path extrusionOk="0" h="12610" w="94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rect b="b" l="l" r="r" t="t"/>
                <a:pathLst>
                  <a:path extrusionOk="0" h="621" w="621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" name="Google Shape;290;p3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291" name="Google Shape;291;p3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rect b="b" l="l" r="r" t="t"/>
                <a:pathLst>
                  <a:path extrusionOk="0" h="12610" w="94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rect b="b" l="l" r="r" t="t"/>
                <a:pathLst>
                  <a:path extrusionOk="0" h="621" w="621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3" name="Google Shape;293;p3"/>
          <p:cNvSpPr/>
          <p:nvPr/>
        </p:nvSpPr>
        <p:spPr>
          <a:xfrm>
            <a:off x="4368142" y="4579810"/>
            <a:ext cx="412449" cy="8029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"/>
          <p:cNvSpPr txBox="1"/>
          <p:nvPr/>
        </p:nvSpPr>
        <p:spPr>
          <a:xfrm>
            <a:off x="1827825" y="3319050"/>
            <a:ext cx="1933800" cy="410400"/>
          </a:xfrm>
          <a:prstGeom prst="rect">
            <a:avLst/>
          </a:prstGeom>
          <a:solidFill>
            <a:srgbClr val="C6E2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</a:pPr>
            <a:r>
              <a:rPr lang="en-US" sz="20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FRONT-END DEVELOPER</a:t>
            </a:r>
            <a:endParaRPr/>
          </a:p>
        </p:txBody>
      </p:sp>
      <p:sp>
        <p:nvSpPr>
          <p:cNvPr id="295" name="Google Shape;295;p3"/>
          <p:cNvSpPr txBox="1"/>
          <p:nvPr/>
        </p:nvSpPr>
        <p:spPr>
          <a:xfrm>
            <a:off x="3626853" y="3043592"/>
            <a:ext cx="19337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Daria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Electrolize"/>
                <a:ea typeface="Electrolize"/>
                <a:cs typeface="Electrolize"/>
                <a:sym typeface="Electrolize"/>
              </a:rPr>
              <a:t>Larichkina</a:t>
            </a:r>
            <a:endParaRPr b="0" i="0" sz="1400" u="none" cap="none" strike="noStrike">
              <a:solidFill>
                <a:srgbClr val="000000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pic>
        <p:nvPicPr>
          <p:cNvPr descr="https://cdn.discordapp.com/attachments/1300872934981636148/1310782534111461506/Screenshot_2024-11-26-03-38-36-523_com.microsoft.teams-edit.jpg?ex=674678dd&amp;is=6745275d&amp;hm=9fe2886b6d77f04af15f2cb3a343217f36b27402cf8aa2bb80faa0e592fa1c09&amp;=" id="296" name="Google Shape;2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0721" y="1481245"/>
            <a:ext cx="1611657" cy="1587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cdn.discordapp.com/attachments/1300872934981636148/1310782534426300487/Screenshot_2024-11-26-03-39-09-283_com.microsoft.teams-edit.jpg?ex=674678dd&amp;is=6745275d&amp;hm=d0c18c86b00573da25c7e81b36028e106074d4502f871c418fb04910525b79ff&amp;=" id="297" name="Google Shape;2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046" y="1472438"/>
            <a:ext cx="1599781" cy="1590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6384" y="935865"/>
            <a:ext cx="1593894" cy="1590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24613" y="960472"/>
            <a:ext cx="1587714" cy="1563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66079" y="1481245"/>
            <a:ext cx="1611986" cy="1582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"/>
          <p:cNvSpPr txBox="1"/>
          <p:nvPr>
            <p:ph type="title"/>
          </p:nvPr>
        </p:nvSpPr>
        <p:spPr>
          <a:xfrm>
            <a:off x="2152352" y="356870"/>
            <a:ext cx="5274139" cy="602048"/>
          </a:xfrm>
          <a:prstGeom prst="rect">
            <a:avLst/>
          </a:prstGeom>
          <a:solidFill>
            <a:srgbClr val="7FBE78">
              <a:alpha val="5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000"/>
              <a:t>OUR GOAL</a:t>
            </a:r>
            <a:endParaRPr sz="4000"/>
          </a:p>
        </p:txBody>
      </p:sp>
      <p:sp>
        <p:nvSpPr>
          <p:cNvPr id="306" name="Google Shape;306;p4"/>
          <p:cNvSpPr txBox="1"/>
          <p:nvPr>
            <p:ph idx="1" type="subTitle"/>
          </p:nvPr>
        </p:nvSpPr>
        <p:spPr>
          <a:xfrm>
            <a:off x="868974" y="3505035"/>
            <a:ext cx="7652100" cy="21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,</a:t>
            </a:r>
            <a:endParaRPr/>
          </a:p>
        </p:txBody>
      </p:sp>
      <p:grpSp>
        <p:nvGrpSpPr>
          <p:cNvPr id="307" name="Google Shape;307;p4"/>
          <p:cNvGrpSpPr/>
          <p:nvPr/>
        </p:nvGrpSpPr>
        <p:grpSpPr>
          <a:xfrm flipH="1" rot="10800000">
            <a:off x="6306928" y="3527787"/>
            <a:ext cx="4563990" cy="1409125"/>
            <a:chOff x="5092230" y="-180802"/>
            <a:chExt cx="5253816" cy="1622109"/>
          </a:xfrm>
        </p:grpSpPr>
        <p:sp>
          <p:nvSpPr>
            <p:cNvPr id="308" name="Google Shape;308;p4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rect b="b" l="l" r="r" t="t"/>
              <a:pathLst>
                <a:path extrusionOk="0" h="18597" w="2203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rect b="b" l="l" r="r" t="t"/>
              <a:pathLst>
                <a:path extrusionOk="0" h="653" w="652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rect b="b" l="l" r="r" t="t"/>
              <a:pathLst>
                <a:path extrusionOk="0" h="15154" w="2545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rect b="b" l="l" r="r" t="t"/>
              <a:pathLst>
                <a:path extrusionOk="0" h="621" w="622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4"/>
          <p:cNvGrpSpPr/>
          <p:nvPr/>
        </p:nvGrpSpPr>
        <p:grpSpPr>
          <a:xfrm flipH="1">
            <a:off x="-2085673" y="36587"/>
            <a:ext cx="4563990" cy="1409125"/>
            <a:chOff x="5092230" y="-180802"/>
            <a:chExt cx="5253816" cy="1622109"/>
          </a:xfrm>
        </p:grpSpPr>
        <p:sp>
          <p:nvSpPr>
            <p:cNvPr id="319" name="Google Shape;319;p4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rect b="b" l="l" r="r" t="t"/>
              <a:pathLst>
                <a:path extrusionOk="0" h="18597" w="2203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rect b="b" l="l" r="r" t="t"/>
              <a:pathLst>
                <a:path extrusionOk="0" h="653" w="652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rect b="b" l="l" r="r" t="t"/>
              <a:pathLst>
                <a:path extrusionOk="0" h="15154" w="2545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rect b="b" l="l" r="r" t="t"/>
              <a:pathLst>
                <a:path extrusionOk="0" h="621" w="622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" name="Google Shape;329;p4"/>
          <p:cNvSpPr/>
          <p:nvPr/>
        </p:nvSpPr>
        <p:spPr>
          <a:xfrm rot="-5761900">
            <a:off x="2818596" y="488274"/>
            <a:ext cx="4197532" cy="5079210"/>
          </a:xfrm>
          <a:custGeom>
            <a:rect b="b" l="l" r="r" t="t"/>
            <a:pathLst>
              <a:path extrusionOk="0" h="15021" w="15064">
                <a:moveTo>
                  <a:pt x="10691" y="0"/>
                </a:moveTo>
                <a:cubicBezTo>
                  <a:pt x="10147" y="0"/>
                  <a:pt x="9593" y="175"/>
                  <a:pt x="9078" y="371"/>
                </a:cubicBezTo>
                <a:cubicBezTo>
                  <a:pt x="7976" y="793"/>
                  <a:pt x="7010" y="854"/>
                  <a:pt x="5852" y="929"/>
                </a:cubicBezTo>
                <a:cubicBezTo>
                  <a:pt x="5732" y="936"/>
                  <a:pt x="5610" y="940"/>
                  <a:pt x="5486" y="940"/>
                </a:cubicBezTo>
                <a:cubicBezTo>
                  <a:pt x="4724" y="940"/>
                  <a:pt x="3900" y="811"/>
                  <a:pt x="3108" y="811"/>
                </a:cubicBezTo>
                <a:cubicBezTo>
                  <a:pt x="2853" y="811"/>
                  <a:pt x="2602" y="824"/>
                  <a:pt x="2357" y="860"/>
                </a:cubicBezTo>
                <a:cubicBezTo>
                  <a:pt x="544" y="1122"/>
                  <a:pt x="1" y="2548"/>
                  <a:pt x="747" y="3997"/>
                </a:cubicBezTo>
                <a:cubicBezTo>
                  <a:pt x="1694" y="5836"/>
                  <a:pt x="2411" y="7100"/>
                  <a:pt x="2004" y="9267"/>
                </a:cubicBezTo>
                <a:cubicBezTo>
                  <a:pt x="1754" y="10589"/>
                  <a:pt x="956" y="11649"/>
                  <a:pt x="1631" y="13079"/>
                </a:cubicBezTo>
                <a:cubicBezTo>
                  <a:pt x="1969" y="13795"/>
                  <a:pt x="2610" y="14302"/>
                  <a:pt x="3291" y="14587"/>
                </a:cubicBezTo>
                <a:cubicBezTo>
                  <a:pt x="3973" y="14871"/>
                  <a:pt x="4732" y="15021"/>
                  <a:pt x="5478" y="15021"/>
                </a:cubicBezTo>
                <a:cubicBezTo>
                  <a:pt x="5997" y="15021"/>
                  <a:pt x="6508" y="14948"/>
                  <a:pt x="6982" y="14797"/>
                </a:cubicBezTo>
                <a:cubicBezTo>
                  <a:pt x="7891" y="14507"/>
                  <a:pt x="8755" y="14054"/>
                  <a:pt x="9452" y="13351"/>
                </a:cubicBezTo>
                <a:cubicBezTo>
                  <a:pt x="9973" y="12825"/>
                  <a:pt x="10223" y="11996"/>
                  <a:pt x="10886" y="11660"/>
                </a:cubicBezTo>
                <a:cubicBezTo>
                  <a:pt x="11855" y="11171"/>
                  <a:pt x="13214" y="11189"/>
                  <a:pt x="13965" y="10324"/>
                </a:cubicBezTo>
                <a:cubicBezTo>
                  <a:pt x="15064" y="9062"/>
                  <a:pt x="13775" y="8055"/>
                  <a:pt x="13430" y="6774"/>
                </a:cubicBezTo>
                <a:cubicBezTo>
                  <a:pt x="13281" y="6219"/>
                  <a:pt x="13389" y="5549"/>
                  <a:pt x="13363" y="4967"/>
                </a:cubicBezTo>
                <a:cubicBezTo>
                  <a:pt x="13317" y="4025"/>
                  <a:pt x="13273" y="2963"/>
                  <a:pt x="12996" y="2048"/>
                </a:cubicBezTo>
                <a:cubicBezTo>
                  <a:pt x="12757" y="1258"/>
                  <a:pt x="12269" y="507"/>
                  <a:pt x="11572" y="185"/>
                </a:cubicBezTo>
                <a:cubicBezTo>
                  <a:pt x="11287" y="53"/>
                  <a:pt x="10991" y="0"/>
                  <a:pt x="10691" y="0"/>
                </a:cubicBezTo>
                <a:close/>
              </a:path>
            </a:pathLst>
          </a:custGeom>
          <a:solidFill>
            <a:srgbClr val="138808">
              <a:alpha val="2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"/>
          <p:cNvSpPr txBox="1"/>
          <p:nvPr/>
        </p:nvSpPr>
        <p:spPr>
          <a:xfrm>
            <a:off x="3553796" y="2028754"/>
            <a:ext cx="329171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Our goal is for the player to have fun playing our game and also to test their general education knowledge</a:t>
            </a:r>
            <a:endParaRPr b="0" i="0" sz="2400" u="none" cap="none" strike="noStrike">
              <a:solidFill>
                <a:srgbClr val="3B3B3B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331" name="Google Shape;331;p4"/>
          <p:cNvSpPr/>
          <p:nvPr/>
        </p:nvSpPr>
        <p:spPr>
          <a:xfrm rot="9463366">
            <a:off x="622926" y="4078005"/>
            <a:ext cx="425556" cy="432527"/>
          </a:xfrm>
          <a:custGeom>
            <a:rect b="b" l="l" r="r" t="t"/>
            <a:pathLst>
              <a:path extrusionOk="0" h="4840" w="4762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4"/>
          <p:cNvGrpSpPr/>
          <p:nvPr/>
        </p:nvGrpSpPr>
        <p:grpSpPr>
          <a:xfrm rot="8563406">
            <a:off x="1385634" y="3348609"/>
            <a:ext cx="454765" cy="457447"/>
            <a:chOff x="3137370" y="-570001"/>
            <a:chExt cx="454778" cy="457460"/>
          </a:xfrm>
        </p:grpSpPr>
        <p:sp>
          <p:nvSpPr>
            <p:cNvPr id="333" name="Google Shape;333;p4"/>
            <p:cNvSpPr/>
            <p:nvPr/>
          </p:nvSpPr>
          <p:spPr>
            <a:xfrm>
              <a:off x="3154081" y="-531752"/>
              <a:ext cx="429756" cy="377388"/>
            </a:xfrm>
            <a:custGeom>
              <a:rect b="b" l="l" r="r" t="t"/>
              <a:pathLst>
                <a:path extrusionOk="0" h="4223" w="4809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3237190" y="-194399"/>
              <a:ext cx="84629" cy="76318"/>
            </a:xfrm>
            <a:custGeom>
              <a:rect b="b" l="l" r="r" t="t"/>
              <a:pathLst>
                <a:path extrusionOk="0" h="854" w="947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3137370" y="-313612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3141570" y="-467499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3256582" y="-570001"/>
              <a:ext cx="81858" cy="73547"/>
            </a:xfrm>
            <a:custGeom>
              <a:rect b="b" l="l" r="r" t="t"/>
              <a:pathLst>
                <a:path extrusionOk="0" h="823" w="916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3409039" y="-564460"/>
              <a:ext cx="83288" cy="76318"/>
            </a:xfrm>
            <a:custGeom>
              <a:rect b="b" l="l" r="r" t="t"/>
              <a:pathLst>
                <a:path extrusionOk="0" h="854" w="932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3521371" y="-450877"/>
              <a:ext cx="70777" cy="81858"/>
            </a:xfrm>
            <a:custGeom>
              <a:rect b="b" l="l" r="r" t="t"/>
              <a:pathLst>
                <a:path extrusionOk="0" h="916" w="792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3513060" y="-298420"/>
              <a:ext cx="76318" cy="83288"/>
            </a:xfrm>
            <a:custGeom>
              <a:rect b="b" l="l" r="r" t="t"/>
              <a:pathLst>
                <a:path extrusionOk="0" h="932" w="854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3393847" y="-184748"/>
              <a:ext cx="80429" cy="72207"/>
            </a:xfrm>
            <a:custGeom>
              <a:rect b="b" l="l" r="r" t="t"/>
              <a:pathLst>
                <a:path extrusionOk="0" h="808" w="90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" name="Google Shape;342;p4"/>
          <p:cNvGrpSpPr/>
          <p:nvPr/>
        </p:nvGrpSpPr>
        <p:grpSpPr>
          <a:xfrm rot="9463366">
            <a:off x="1152043" y="3850004"/>
            <a:ext cx="888556" cy="888556"/>
            <a:chOff x="3601710" y="-660170"/>
            <a:chExt cx="888556" cy="888556"/>
          </a:xfrm>
        </p:grpSpPr>
        <p:sp>
          <p:nvSpPr>
            <p:cNvPr id="343" name="Google Shape;343;p4"/>
            <p:cNvSpPr/>
            <p:nvPr/>
          </p:nvSpPr>
          <p:spPr>
            <a:xfrm>
              <a:off x="3633613" y="-585997"/>
              <a:ext cx="838601" cy="740210"/>
            </a:xfrm>
            <a:custGeom>
              <a:rect b="b" l="l" r="r" t="t"/>
              <a:pathLst>
                <a:path extrusionOk="0" h="8283" w="9384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3823514" y="85581"/>
              <a:ext cx="162197" cy="142805"/>
            </a:xfrm>
            <a:custGeom>
              <a:rect b="b" l="l" r="r" t="t"/>
              <a:pathLst>
                <a:path extrusionOk="0" h="1598" w="1815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3608681" y="-138993"/>
              <a:ext cx="145576" cy="163627"/>
            </a:xfrm>
            <a:custGeom>
              <a:rect b="b" l="l" r="r" t="t"/>
              <a:pathLst>
                <a:path extrusionOk="0" h="1831" w="1629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3601710" y="-438366"/>
              <a:ext cx="142895" cy="163627"/>
            </a:xfrm>
            <a:custGeom>
              <a:rect b="b" l="l" r="r" t="t"/>
              <a:pathLst>
                <a:path extrusionOk="0" h="1831" w="1599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3805462" y="-653199"/>
              <a:ext cx="163627" cy="144235"/>
            </a:xfrm>
            <a:custGeom>
              <a:rect b="b" l="l" r="r" t="t"/>
              <a:pathLst>
                <a:path extrusionOk="0" h="1614" w="1831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4104835" y="-660170"/>
              <a:ext cx="163627" cy="144235"/>
            </a:xfrm>
            <a:custGeom>
              <a:rect b="b" l="l" r="r" t="t"/>
              <a:pathLst>
                <a:path extrusionOk="0" h="1614" w="1831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4339061" y="-454988"/>
              <a:ext cx="145665" cy="162197"/>
            </a:xfrm>
            <a:custGeom>
              <a:rect b="b" l="l" r="r" t="t"/>
              <a:pathLst>
                <a:path extrusionOk="0" h="1815" w="163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4346031" y="-155615"/>
              <a:ext cx="144235" cy="162197"/>
            </a:xfrm>
            <a:custGeom>
              <a:rect b="b" l="l" r="r" t="t"/>
              <a:pathLst>
                <a:path extrusionOk="0" h="1815" w="1614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4122887" y="78611"/>
              <a:ext cx="162197" cy="142805"/>
            </a:xfrm>
            <a:custGeom>
              <a:rect b="b" l="l" r="r" t="t"/>
              <a:pathLst>
                <a:path extrusionOk="0" h="1598" w="1815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3928786" y="-339975"/>
              <a:ext cx="231634" cy="249596"/>
            </a:xfrm>
            <a:custGeom>
              <a:rect b="b" l="l" r="r" t="t"/>
              <a:pathLst>
                <a:path extrusionOk="0" h="2793" w="2592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53" name="Google Shape;3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526" y="3049470"/>
            <a:ext cx="2324424" cy="2305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"/>
          <p:cNvSpPr txBox="1"/>
          <p:nvPr/>
        </p:nvSpPr>
        <p:spPr>
          <a:xfrm>
            <a:off x="210335" y="219141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5"/>
          <p:cNvSpPr/>
          <p:nvPr/>
        </p:nvSpPr>
        <p:spPr>
          <a:xfrm>
            <a:off x="5509352" y="59961"/>
            <a:ext cx="4181789" cy="158146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5"/>
          <p:cNvSpPr txBox="1"/>
          <p:nvPr/>
        </p:nvSpPr>
        <p:spPr>
          <a:xfrm>
            <a:off x="1823020" y="539338"/>
            <a:ext cx="4997505" cy="602048"/>
          </a:xfrm>
          <a:prstGeom prst="rect">
            <a:avLst/>
          </a:prstGeom>
          <a:solidFill>
            <a:srgbClr val="81A2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STAGES OF REALISATION</a:t>
            </a:r>
            <a:endParaRPr/>
          </a:p>
        </p:txBody>
      </p:sp>
      <p:grpSp>
        <p:nvGrpSpPr>
          <p:cNvPr id="361" name="Google Shape;361;p5"/>
          <p:cNvGrpSpPr/>
          <p:nvPr/>
        </p:nvGrpSpPr>
        <p:grpSpPr>
          <a:xfrm>
            <a:off x="4973339" y="59960"/>
            <a:ext cx="5253816" cy="1622109"/>
            <a:chOff x="5092230" y="-180802"/>
            <a:chExt cx="5253816" cy="1622109"/>
          </a:xfrm>
        </p:grpSpPr>
        <p:sp>
          <p:nvSpPr>
            <p:cNvPr id="362" name="Google Shape;362;p5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5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5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5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rect b="b" l="l" r="r" t="t"/>
              <a:pathLst>
                <a:path extrusionOk="0" h="18597" w="2203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5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rect b="b" l="l" r="r" t="t"/>
              <a:pathLst>
                <a:path extrusionOk="0" h="653" w="652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5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rect b="b" l="l" r="r" t="t"/>
              <a:pathLst>
                <a:path extrusionOk="0" h="15154" w="2545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5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rect b="b" l="l" r="r" t="t"/>
              <a:pathLst>
                <a:path extrusionOk="0" h="621" w="622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5"/>
          <p:cNvGrpSpPr/>
          <p:nvPr/>
        </p:nvGrpSpPr>
        <p:grpSpPr>
          <a:xfrm rot="10800000">
            <a:off x="-1191482" y="122675"/>
            <a:ext cx="5253816" cy="1622109"/>
            <a:chOff x="5092230" y="-180802"/>
            <a:chExt cx="5253816" cy="1622109"/>
          </a:xfrm>
        </p:grpSpPr>
        <p:sp>
          <p:nvSpPr>
            <p:cNvPr id="373" name="Google Shape;373;p5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5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5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5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5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5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5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rect b="b" l="l" r="r" t="t"/>
              <a:pathLst>
                <a:path extrusionOk="0" h="18597" w="2203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5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rect b="b" l="l" r="r" t="t"/>
              <a:pathLst>
                <a:path extrusionOk="0" h="653" w="652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5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rect b="b" l="l" r="r" t="t"/>
              <a:pathLst>
                <a:path extrusionOk="0" h="15154" w="2545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5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rect b="b" l="l" r="r" t="t"/>
              <a:pathLst>
                <a:path extrusionOk="0" h="621" w="622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3" name="Google Shape;383;p5"/>
          <p:cNvGrpSpPr/>
          <p:nvPr/>
        </p:nvGrpSpPr>
        <p:grpSpPr>
          <a:xfrm>
            <a:off x="1289155" y="2383245"/>
            <a:ext cx="6970462" cy="1390290"/>
            <a:chOff x="28026" y="2506070"/>
            <a:chExt cx="5640447" cy="731972"/>
          </a:xfrm>
        </p:grpSpPr>
        <p:sp>
          <p:nvSpPr>
            <p:cNvPr id="384" name="Google Shape;384;p5"/>
            <p:cNvSpPr/>
            <p:nvPr/>
          </p:nvSpPr>
          <p:spPr>
            <a:xfrm>
              <a:off x="28026" y="2506074"/>
              <a:ext cx="1536250" cy="731968"/>
            </a:xfrm>
            <a:custGeom>
              <a:rect b="b" l="l" r="r" t="t"/>
              <a:pathLst>
                <a:path extrusionOk="0" h="26923" w="65726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1395991" y="2506073"/>
              <a:ext cx="1536975" cy="731968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2763282" y="2506072"/>
              <a:ext cx="1536975" cy="731968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4132223" y="2506070"/>
              <a:ext cx="1536250" cy="731967"/>
            </a:xfrm>
            <a:custGeom>
              <a:rect b="b" l="l" r="r" t="t"/>
              <a:pathLst>
                <a:path extrusionOk="0" h="26923" w="65726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8" name="Google Shape;388;p5"/>
          <p:cNvSpPr txBox="1"/>
          <p:nvPr/>
        </p:nvSpPr>
        <p:spPr>
          <a:xfrm>
            <a:off x="1525094" y="2905516"/>
            <a:ext cx="19302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ORGANISATION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"/>
          <p:cNvSpPr/>
          <p:nvPr/>
        </p:nvSpPr>
        <p:spPr>
          <a:xfrm>
            <a:off x="2980504" y="2383245"/>
            <a:ext cx="1898497" cy="1390281"/>
          </a:xfrm>
          <a:custGeom>
            <a:rect b="b" l="l" r="r" t="t"/>
            <a:pathLst>
              <a:path extrusionOk="0" h="26923" w="65757">
                <a:moveTo>
                  <a:pt x="0" y="0"/>
                </a:moveTo>
                <a:lnTo>
                  <a:pt x="10782" y="13477"/>
                </a:lnTo>
                <a:lnTo>
                  <a:pt x="0" y="26923"/>
                </a:lnTo>
                <a:lnTo>
                  <a:pt x="54975" y="26923"/>
                </a:lnTo>
                <a:lnTo>
                  <a:pt x="65757" y="13477"/>
                </a:lnTo>
                <a:lnTo>
                  <a:pt x="54975" y="0"/>
                </a:lnTo>
                <a:close/>
              </a:path>
            </a:pathLst>
          </a:custGeom>
          <a:solidFill>
            <a:srgbClr val="869F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"/>
          <p:cNvSpPr txBox="1"/>
          <p:nvPr/>
        </p:nvSpPr>
        <p:spPr>
          <a:xfrm>
            <a:off x="3214791" y="2905516"/>
            <a:ext cx="19302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DECIDE ON THE IDEA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"/>
          <p:cNvSpPr txBox="1"/>
          <p:nvPr/>
        </p:nvSpPr>
        <p:spPr>
          <a:xfrm>
            <a:off x="4924388" y="2896365"/>
            <a:ext cx="19302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DEVELOPMENT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"/>
          <p:cNvSpPr txBox="1"/>
          <p:nvPr/>
        </p:nvSpPr>
        <p:spPr>
          <a:xfrm>
            <a:off x="6600462" y="2882041"/>
            <a:ext cx="19302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PRESENTATION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"/>
          <p:cNvSpPr txBox="1"/>
          <p:nvPr>
            <p:ph type="title"/>
          </p:nvPr>
        </p:nvSpPr>
        <p:spPr>
          <a:xfrm>
            <a:off x="2152352" y="356870"/>
            <a:ext cx="5274139" cy="602048"/>
          </a:xfrm>
          <a:prstGeom prst="rect">
            <a:avLst/>
          </a:prstGeom>
          <a:solidFill>
            <a:srgbClr val="7FBE78">
              <a:alpha val="5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000"/>
              <a:t>USED TECHNOLOGIES</a:t>
            </a:r>
            <a:endParaRPr sz="4000"/>
          </a:p>
        </p:txBody>
      </p:sp>
      <p:sp>
        <p:nvSpPr>
          <p:cNvPr id="398" name="Google Shape;398;p6"/>
          <p:cNvSpPr txBox="1"/>
          <p:nvPr>
            <p:ph idx="1" type="subTitle"/>
          </p:nvPr>
        </p:nvSpPr>
        <p:spPr>
          <a:xfrm>
            <a:off x="868974" y="3505035"/>
            <a:ext cx="7652100" cy="21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,</a:t>
            </a:r>
            <a:endParaRPr/>
          </a:p>
        </p:txBody>
      </p:sp>
      <p:grpSp>
        <p:nvGrpSpPr>
          <p:cNvPr id="399" name="Google Shape;399;p6"/>
          <p:cNvGrpSpPr/>
          <p:nvPr/>
        </p:nvGrpSpPr>
        <p:grpSpPr>
          <a:xfrm flipH="1" rot="10800000">
            <a:off x="6306928" y="3527787"/>
            <a:ext cx="4563990" cy="1409125"/>
            <a:chOff x="5092230" y="-180802"/>
            <a:chExt cx="5253816" cy="1622109"/>
          </a:xfrm>
        </p:grpSpPr>
        <p:sp>
          <p:nvSpPr>
            <p:cNvPr id="400" name="Google Shape;400;p6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6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6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6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6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6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6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rect b="b" l="l" r="r" t="t"/>
              <a:pathLst>
                <a:path extrusionOk="0" h="18597" w="2203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6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rect b="b" l="l" r="r" t="t"/>
              <a:pathLst>
                <a:path extrusionOk="0" h="653" w="652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6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rect b="b" l="l" r="r" t="t"/>
              <a:pathLst>
                <a:path extrusionOk="0" h="15154" w="2545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6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rect b="b" l="l" r="r" t="t"/>
              <a:pathLst>
                <a:path extrusionOk="0" h="621" w="622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0" name="Google Shape;410;p6"/>
          <p:cNvGrpSpPr/>
          <p:nvPr/>
        </p:nvGrpSpPr>
        <p:grpSpPr>
          <a:xfrm flipH="1">
            <a:off x="-2085673" y="36587"/>
            <a:ext cx="4563990" cy="1409125"/>
            <a:chOff x="5092230" y="-180802"/>
            <a:chExt cx="5253816" cy="1622109"/>
          </a:xfrm>
        </p:grpSpPr>
        <p:sp>
          <p:nvSpPr>
            <p:cNvPr id="411" name="Google Shape;411;p6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6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6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6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6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6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6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rect b="b" l="l" r="r" t="t"/>
              <a:pathLst>
                <a:path extrusionOk="0" h="18597" w="2203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6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rect b="b" l="l" r="r" t="t"/>
              <a:pathLst>
                <a:path extrusionOk="0" h="653" w="652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6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rect b="b" l="l" r="r" t="t"/>
              <a:pathLst>
                <a:path extrusionOk="0" h="15154" w="2545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6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rect b="b" l="l" r="r" t="t"/>
              <a:pathLst>
                <a:path extrusionOk="0" h="621" w="622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21" name="Google Shape;4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3165" y="1384472"/>
            <a:ext cx="1377669" cy="1344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2898" y="1401497"/>
            <a:ext cx="1194649" cy="1344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sual Studio logo and symbol, meaning, history, PNG" id="423" name="Google Shape;42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7326" y="1652293"/>
            <a:ext cx="1854986" cy="115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5908" y="3144146"/>
            <a:ext cx="1445284" cy="1344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98462" y="3129205"/>
            <a:ext cx="1308669" cy="1308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first-aid kit&#10;&#10;Description automatically generated" id="426" name="Google Shape;42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8641" y="3128067"/>
            <a:ext cx="1396178" cy="1396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7"/>
          <p:cNvGrpSpPr/>
          <p:nvPr/>
        </p:nvGrpSpPr>
        <p:grpSpPr>
          <a:xfrm>
            <a:off x="1763918" y="1005453"/>
            <a:ext cx="5756117" cy="3057879"/>
            <a:chOff x="3148500" y="2255975"/>
            <a:chExt cx="3365400" cy="1784517"/>
          </a:xfrm>
        </p:grpSpPr>
        <p:sp>
          <p:nvSpPr>
            <p:cNvPr id="432" name="Google Shape;432;p7"/>
            <p:cNvSpPr/>
            <p:nvPr/>
          </p:nvSpPr>
          <p:spPr>
            <a:xfrm>
              <a:off x="3495775" y="2255975"/>
              <a:ext cx="2670600" cy="1634700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7"/>
            <p:cNvSpPr/>
            <p:nvPr/>
          </p:nvSpPr>
          <p:spPr>
            <a:xfrm rot="10800000">
              <a:off x="3148500" y="3890492"/>
              <a:ext cx="3365400" cy="150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00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7"/>
            <p:cNvSpPr/>
            <p:nvPr/>
          </p:nvSpPr>
          <p:spPr>
            <a:xfrm rot="10800000">
              <a:off x="4614400" y="3890475"/>
              <a:ext cx="433500" cy="77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00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7"/>
            <p:cNvSpPr/>
            <p:nvPr/>
          </p:nvSpPr>
          <p:spPr>
            <a:xfrm>
              <a:off x="4792575" y="2332725"/>
              <a:ext cx="77100" cy="77100"/>
            </a:xfrm>
            <a:prstGeom prst="ellipse">
              <a:avLst/>
            </a:prstGeom>
            <a:solidFill>
              <a:srgbClr val="00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7"/>
          <p:cNvGrpSpPr/>
          <p:nvPr/>
        </p:nvGrpSpPr>
        <p:grpSpPr>
          <a:xfrm>
            <a:off x="6093480" y="1"/>
            <a:ext cx="5253816" cy="1622109"/>
            <a:chOff x="5092230" y="-180802"/>
            <a:chExt cx="5253816" cy="1622109"/>
          </a:xfrm>
        </p:grpSpPr>
        <p:sp>
          <p:nvSpPr>
            <p:cNvPr id="437" name="Google Shape;437;p7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7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7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7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7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7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7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rect b="b" l="l" r="r" t="t"/>
              <a:pathLst>
                <a:path extrusionOk="0" h="18597" w="2203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7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rect b="b" l="l" r="r" t="t"/>
              <a:pathLst>
                <a:path extrusionOk="0" h="653" w="652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7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rect b="b" l="l" r="r" t="t"/>
              <a:pathLst>
                <a:path extrusionOk="0" h="15154" w="2545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7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rect b="b" l="l" r="r" t="t"/>
              <a:pathLst>
                <a:path extrusionOk="0" h="621" w="622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7" name="Google Shape;447;p7"/>
          <p:cNvGrpSpPr/>
          <p:nvPr/>
        </p:nvGrpSpPr>
        <p:grpSpPr>
          <a:xfrm rot="10800000">
            <a:off x="-2225572" y="3281327"/>
            <a:ext cx="5253816" cy="1622109"/>
            <a:chOff x="5092230" y="-180802"/>
            <a:chExt cx="5253816" cy="1622109"/>
          </a:xfrm>
        </p:grpSpPr>
        <p:sp>
          <p:nvSpPr>
            <p:cNvPr id="448" name="Google Shape;448;p7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7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7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7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7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7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7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rect b="b" l="l" r="r" t="t"/>
              <a:pathLst>
                <a:path extrusionOk="0" h="18597" w="2203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7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rect b="b" l="l" r="r" t="t"/>
              <a:pathLst>
                <a:path extrusionOk="0" h="653" w="652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7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rect b="b" l="l" r="r" t="t"/>
              <a:pathLst>
                <a:path extrusionOk="0" h="15154" w="2545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7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rect b="b" l="l" r="r" t="t"/>
              <a:pathLst>
                <a:path extrusionOk="0" h="621" w="622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8" name="Google Shape;458;p7"/>
          <p:cNvSpPr/>
          <p:nvPr/>
        </p:nvSpPr>
        <p:spPr>
          <a:xfrm>
            <a:off x="729781" y="1247019"/>
            <a:ext cx="425556" cy="432527"/>
          </a:xfrm>
          <a:custGeom>
            <a:rect b="b" l="l" r="r" t="t"/>
            <a:pathLst>
              <a:path extrusionOk="0" h="4840" w="4762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p7"/>
          <p:cNvGrpSpPr/>
          <p:nvPr/>
        </p:nvGrpSpPr>
        <p:grpSpPr>
          <a:xfrm>
            <a:off x="516708" y="383809"/>
            <a:ext cx="662152" cy="662152"/>
            <a:chOff x="3601710" y="-660170"/>
            <a:chExt cx="888556" cy="888556"/>
          </a:xfrm>
        </p:grpSpPr>
        <p:sp>
          <p:nvSpPr>
            <p:cNvPr id="460" name="Google Shape;460;p7"/>
            <p:cNvSpPr/>
            <p:nvPr/>
          </p:nvSpPr>
          <p:spPr>
            <a:xfrm>
              <a:off x="3633613" y="-585997"/>
              <a:ext cx="838601" cy="740210"/>
            </a:xfrm>
            <a:custGeom>
              <a:rect b="b" l="l" r="r" t="t"/>
              <a:pathLst>
                <a:path extrusionOk="0" h="8283" w="9384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7"/>
            <p:cNvSpPr/>
            <p:nvPr/>
          </p:nvSpPr>
          <p:spPr>
            <a:xfrm>
              <a:off x="3823514" y="85581"/>
              <a:ext cx="162197" cy="142805"/>
            </a:xfrm>
            <a:custGeom>
              <a:rect b="b" l="l" r="r" t="t"/>
              <a:pathLst>
                <a:path extrusionOk="0" h="1598" w="1815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7"/>
            <p:cNvSpPr/>
            <p:nvPr/>
          </p:nvSpPr>
          <p:spPr>
            <a:xfrm>
              <a:off x="3608681" y="-138993"/>
              <a:ext cx="145576" cy="163627"/>
            </a:xfrm>
            <a:custGeom>
              <a:rect b="b" l="l" r="r" t="t"/>
              <a:pathLst>
                <a:path extrusionOk="0" h="1831" w="1629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7"/>
            <p:cNvSpPr/>
            <p:nvPr/>
          </p:nvSpPr>
          <p:spPr>
            <a:xfrm>
              <a:off x="3601710" y="-438366"/>
              <a:ext cx="142895" cy="163627"/>
            </a:xfrm>
            <a:custGeom>
              <a:rect b="b" l="l" r="r" t="t"/>
              <a:pathLst>
                <a:path extrusionOk="0" h="1831" w="1599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7"/>
            <p:cNvSpPr/>
            <p:nvPr/>
          </p:nvSpPr>
          <p:spPr>
            <a:xfrm>
              <a:off x="3805462" y="-653199"/>
              <a:ext cx="163627" cy="144235"/>
            </a:xfrm>
            <a:custGeom>
              <a:rect b="b" l="l" r="r" t="t"/>
              <a:pathLst>
                <a:path extrusionOk="0" h="1614" w="1831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7"/>
            <p:cNvSpPr/>
            <p:nvPr/>
          </p:nvSpPr>
          <p:spPr>
            <a:xfrm>
              <a:off x="4104835" y="-660170"/>
              <a:ext cx="163627" cy="144235"/>
            </a:xfrm>
            <a:custGeom>
              <a:rect b="b" l="l" r="r" t="t"/>
              <a:pathLst>
                <a:path extrusionOk="0" h="1614" w="1831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7"/>
            <p:cNvSpPr/>
            <p:nvPr/>
          </p:nvSpPr>
          <p:spPr>
            <a:xfrm>
              <a:off x="4339061" y="-454988"/>
              <a:ext cx="145665" cy="162197"/>
            </a:xfrm>
            <a:custGeom>
              <a:rect b="b" l="l" r="r" t="t"/>
              <a:pathLst>
                <a:path extrusionOk="0" h="1815" w="163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7"/>
            <p:cNvSpPr/>
            <p:nvPr/>
          </p:nvSpPr>
          <p:spPr>
            <a:xfrm>
              <a:off x="4346031" y="-155615"/>
              <a:ext cx="144235" cy="162197"/>
            </a:xfrm>
            <a:custGeom>
              <a:rect b="b" l="l" r="r" t="t"/>
              <a:pathLst>
                <a:path extrusionOk="0" h="1815" w="1614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7"/>
            <p:cNvSpPr/>
            <p:nvPr/>
          </p:nvSpPr>
          <p:spPr>
            <a:xfrm>
              <a:off x="4122887" y="78611"/>
              <a:ext cx="162197" cy="142805"/>
            </a:xfrm>
            <a:custGeom>
              <a:rect b="b" l="l" r="r" t="t"/>
              <a:pathLst>
                <a:path extrusionOk="0" h="1598" w="1815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7"/>
            <p:cNvSpPr/>
            <p:nvPr/>
          </p:nvSpPr>
          <p:spPr>
            <a:xfrm>
              <a:off x="3928786" y="-339975"/>
              <a:ext cx="231634" cy="249596"/>
            </a:xfrm>
            <a:custGeom>
              <a:rect b="b" l="l" r="r" t="t"/>
              <a:pathLst>
                <a:path extrusionOk="0" h="2793" w="2592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0" name="Google Shape;470;p7"/>
          <p:cNvSpPr/>
          <p:nvPr/>
        </p:nvSpPr>
        <p:spPr>
          <a:xfrm>
            <a:off x="1287681" y="318731"/>
            <a:ext cx="425556" cy="432527"/>
          </a:xfrm>
          <a:custGeom>
            <a:rect b="b" l="l" r="r" t="t"/>
            <a:pathLst>
              <a:path extrusionOk="0" h="4840" w="4762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7"/>
          <p:cNvSpPr/>
          <p:nvPr/>
        </p:nvSpPr>
        <p:spPr>
          <a:xfrm>
            <a:off x="3993339" y="3777007"/>
            <a:ext cx="965007" cy="135851"/>
          </a:xfrm>
          <a:prstGeom prst="flowChartTerminator">
            <a:avLst/>
          </a:prstGeom>
          <a:solidFill>
            <a:srgbClr val="0E66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7"/>
          <p:cNvSpPr/>
          <p:nvPr/>
        </p:nvSpPr>
        <p:spPr>
          <a:xfrm>
            <a:off x="2347166" y="1011641"/>
            <a:ext cx="4589193" cy="2800816"/>
          </a:xfrm>
          <a:prstGeom prst="rect">
            <a:avLst/>
          </a:prstGeom>
          <a:solidFill>
            <a:srgbClr val="175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7"/>
          <p:cNvSpPr/>
          <p:nvPr/>
        </p:nvSpPr>
        <p:spPr>
          <a:xfrm>
            <a:off x="2495194" y="1133290"/>
            <a:ext cx="4225826" cy="245291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7"/>
          <p:cNvSpPr txBox="1"/>
          <p:nvPr/>
        </p:nvSpPr>
        <p:spPr>
          <a:xfrm>
            <a:off x="2601067" y="1629782"/>
            <a:ext cx="4164876" cy="15113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LET’S CONTINUE WITH THE GAME!</a:t>
            </a:r>
            <a:endParaRPr/>
          </a:p>
        </p:txBody>
      </p:sp>
      <p:sp>
        <p:nvSpPr>
          <p:cNvPr id="475" name="Google Shape;475;p7"/>
          <p:cNvSpPr/>
          <p:nvPr/>
        </p:nvSpPr>
        <p:spPr>
          <a:xfrm>
            <a:off x="4271165" y="4470400"/>
            <a:ext cx="741451" cy="3864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8"/>
          <p:cNvGrpSpPr/>
          <p:nvPr/>
        </p:nvGrpSpPr>
        <p:grpSpPr>
          <a:xfrm>
            <a:off x="6093480" y="1"/>
            <a:ext cx="5253816" cy="1622109"/>
            <a:chOff x="5092230" y="-180802"/>
            <a:chExt cx="5253816" cy="1622109"/>
          </a:xfrm>
        </p:grpSpPr>
        <p:sp>
          <p:nvSpPr>
            <p:cNvPr id="481" name="Google Shape;481;p8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8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8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8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8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8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8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rect b="b" l="l" r="r" t="t"/>
              <a:pathLst>
                <a:path extrusionOk="0" h="18597" w="2203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8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rect b="b" l="l" r="r" t="t"/>
              <a:pathLst>
                <a:path extrusionOk="0" h="653" w="652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8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rect b="b" l="l" r="r" t="t"/>
              <a:pathLst>
                <a:path extrusionOk="0" h="15154" w="2545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8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rect b="b" l="l" r="r" t="t"/>
              <a:pathLst>
                <a:path extrusionOk="0" h="621" w="622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1" name="Google Shape;491;p8"/>
          <p:cNvGrpSpPr/>
          <p:nvPr/>
        </p:nvGrpSpPr>
        <p:grpSpPr>
          <a:xfrm rot="10800000">
            <a:off x="-2225572" y="3281327"/>
            <a:ext cx="5253816" cy="1622109"/>
            <a:chOff x="5092230" y="-180802"/>
            <a:chExt cx="5253816" cy="1622109"/>
          </a:xfrm>
        </p:grpSpPr>
        <p:sp>
          <p:nvSpPr>
            <p:cNvPr id="492" name="Google Shape;492;p8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rect b="b" l="l" r="r" t="t"/>
              <a:pathLst>
                <a:path extrusionOk="0" h="15790" w="3149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8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8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rect b="b" l="l" r="r" t="t"/>
              <a:pathLst>
                <a:path extrusionOk="0" h="13634" w="3165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8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rect b="b" l="l" r="r" t="t"/>
              <a:pathLst>
                <a:path extrusionOk="0" h="637" w="652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8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rect b="b" l="l" r="r" t="t"/>
              <a:pathLst>
                <a:path extrusionOk="0" h="12610" w="94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8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rect b="b" l="l" r="r" t="t"/>
              <a:pathLst>
                <a:path extrusionOk="0" h="621" w="621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8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rect b="b" l="l" r="r" t="t"/>
              <a:pathLst>
                <a:path extrusionOk="0" h="18597" w="2203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8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rect b="b" l="l" r="r" t="t"/>
              <a:pathLst>
                <a:path extrusionOk="0" h="653" w="652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8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rect b="b" l="l" r="r" t="t"/>
              <a:pathLst>
                <a:path extrusionOk="0" h="15154" w="2545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8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rect b="b" l="l" r="r" t="t"/>
              <a:pathLst>
                <a:path extrusionOk="0" h="621" w="622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rgbClr val="1754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2" name="Google Shape;502;p8"/>
          <p:cNvSpPr/>
          <p:nvPr/>
        </p:nvSpPr>
        <p:spPr>
          <a:xfrm>
            <a:off x="729781" y="1247019"/>
            <a:ext cx="425556" cy="432527"/>
          </a:xfrm>
          <a:custGeom>
            <a:rect b="b" l="l" r="r" t="t"/>
            <a:pathLst>
              <a:path extrusionOk="0" h="4840" w="4762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3" name="Google Shape;503;p8"/>
          <p:cNvGrpSpPr/>
          <p:nvPr/>
        </p:nvGrpSpPr>
        <p:grpSpPr>
          <a:xfrm>
            <a:off x="516708" y="383809"/>
            <a:ext cx="662152" cy="662152"/>
            <a:chOff x="3601710" y="-660170"/>
            <a:chExt cx="888556" cy="888556"/>
          </a:xfrm>
        </p:grpSpPr>
        <p:sp>
          <p:nvSpPr>
            <p:cNvPr id="504" name="Google Shape;504;p8"/>
            <p:cNvSpPr/>
            <p:nvPr/>
          </p:nvSpPr>
          <p:spPr>
            <a:xfrm>
              <a:off x="3633613" y="-585997"/>
              <a:ext cx="838601" cy="740210"/>
            </a:xfrm>
            <a:custGeom>
              <a:rect b="b" l="l" r="r" t="t"/>
              <a:pathLst>
                <a:path extrusionOk="0" h="8283" w="9384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3823514" y="85581"/>
              <a:ext cx="162197" cy="142805"/>
            </a:xfrm>
            <a:custGeom>
              <a:rect b="b" l="l" r="r" t="t"/>
              <a:pathLst>
                <a:path extrusionOk="0" h="1598" w="1815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8"/>
            <p:cNvSpPr/>
            <p:nvPr/>
          </p:nvSpPr>
          <p:spPr>
            <a:xfrm>
              <a:off x="3608681" y="-138993"/>
              <a:ext cx="145576" cy="163627"/>
            </a:xfrm>
            <a:custGeom>
              <a:rect b="b" l="l" r="r" t="t"/>
              <a:pathLst>
                <a:path extrusionOk="0" h="1831" w="1629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3601710" y="-438366"/>
              <a:ext cx="142895" cy="163627"/>
            </a:xfrm>
            <a:custGeom>
              <a:rect b="b" l="l" r="r" t="t"/>
              <a:pathLst>
                <a:path extrusionOk="0" h="1831" w="1599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8"/>
            <p:cNvSpPr/>
            <p:nvPr/>
          </p:nvSpPr>
          <p:spPr>
            <a:xfrm>
              <a:off x="3805462" y="-653199"/>
              <a:ext cx="163627" cy="144235"/>
            </a:xfrm>
            <a:custGeom>
              <a:rect b="b" l="l" r="r" t="t"/>
              <a:pathLst>
                <a:path extrusionOk="0" h="1614" w="1831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4104835" y="-660170"/>
              <a:ext cx="163627" cy="144235"/>
            </a:xfrm>
            <a:custGeom>
              <a:rect b="b" l="l" r="r" t="t"/>
              <a:pathLst>
                <a:path extrusionOk="0" h="1614" w="1831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4339061" y="-454988"/>
              <a:ext cx="145665" cy="162197"/>
            </a:xfrm>
            <a:custGeom>
              <a:rect b="b" l="l" r="r" t="t"/>
              <a:pathLst>
                <a:path extrusionOk="0" h="1815" w="163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8"/>
            <p:cNvSpPr/>
            <p:nvPr/>
          </p:nvSpPr>
          <p:spPr>
            <a:xfrm>
              <a:off x="4346031" y="-155615"/>
              <a:ext cx="144235" cy="162197"/>
            </a:xfrm>
            <a:custGeom>
              <a:rect b="b" l="l" r="r" t="t"/>
              <a:pathLst>
                <a:path extrusionOk="0" h="1815" w="1614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4122887" y="78611"/>
              <a:ext cx="162197" cy="142805"/>
            </a:xfrm>
            <a:custGeom>
              <a:rect b="b" l="l" r="r" t="t"/>
              <a:pathLst>
                <a:path extrusionOk="0" h="1598" w="1815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3928786" y="-339975"/>
              <a:ext cx="231634" cy="249596"/>
            </a:xfrm>
            <a:custGeom>
              <a:rect b="b" l="l" r="r" t="t"/>
              <a:pathLst>
                <a:path extrusionOk="0" h="2793" w="2592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4" name="Google Shape;514;p8"/>
          <p:cNvSpPr/>
          <p:nvPr/>
        </p:nvSpPr>
        <p:spPr>
          <a:xfrm>
            <a:off x="1287681" y="318731"/>
            <a:ext cx="425556" cy="432527"/>
          </a:xfrm>
          <a:custGeom>
            <a:rect b="b" l="l" r="r" t="t"/>
            <a:pathLst>
              <a:path extrusionOk="0" h="4840" w="4762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4271165" y="4470400"/>
            <a:ext cx="741451" cy="3864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8"/>
          <p:cNvSpPr txBox="1"/>
          <p:nvPr/>
        </p:nvSpPr>
        <p:spPr>
          <a:xfrm>
            <a:off x="1860176" y="1463282"/>
            <a:ext cx="608254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THANK YOU </a:t>
            </a:r>
            <a:br>
              <a:rPr b="0" i="0" lang="en-US" sz="72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</a:br>
            <a:r>
              <a:rPr b="0" i="0" lang="en-US" sz="72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FOR THE ATTENTION!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Indian Technology Company Profile by Slidesgo">
  <a:themeElements>
    <a:clrScheme name="Simple Light">
      <a:dk1>
        <a:srgbClr val="302F2F"/>
      </a:dk1>
      <a:lt1>
        <a:srgbClr val="FFFFFF"/>
      </a:lt1>
      <a:dk2>
        <a:srgbClr val="138808"/>
      </a:dk2>
      <a:lt2>
        <a:srgbClr val="FF9933"/>
      </a:lt2>
      <a:accent1>
        <a:srgbClr val="434343"/>
      </a:accent1>
      <a:accent2>
        <a:srgbClr val="666666"/>
      </a:accent2>
      <a:accent3>
        <a:srgbClr val="999999"/>
      </a:accent3>
      <a:accent4>
        <a:srgbClr val="CCCCCC"/>
      </a:accent4>
      <a:accent5>
        <a:srgbClr val="EFEFE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Slav Pan</dc:creator>
</cp:coreProperties>
</file>