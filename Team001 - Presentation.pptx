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0"/>
  </p:notesMasterIdLst>
  <p:sldIdLst>
    <p:sldId id="256" r:id="rId2"/>
    <p:sldId id="258" r:id="rId3"/>
    <p:sldId id="262" r:id="rId4"/>
    <p:sldId id="263" r:id="rId5"/>
    <p:sldId id="292" r:id="rId6"/>
    <p:sldId id="293" r:id="rId7"/>
    <p:sldId id="280" r:id="rId8"/>
    <p:sldId id="294" r:id="rId9"/>
  </p:sldIdLst>
  <p:sldSz cx="9144000" cy="5143500" type="screen16x9"/>
  <p:notesSz cx="6858000" cy="9144000"/>
  <p:embeddedFontLst>
    <p:embeddedFont>
      <p:font typeface="Bebas Neue" panose="020B0604020202020204" charset="0"/>
      <p:regular r:id="rId11"/>
    </p:embeddedFont>
    <p:embeddedFont>
      <p:font typeface="Electrolize" panose="020B0604020202020204" charset="0"/>
      <p:regular r:id="rId12"/>
    </p:embeddedFont>
    <p:embeddedFont>
      <p:font typeface="Teko" panose="020B0604020202020204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548B"/>
    <a:srgbClr val="81A2C0"/>
    <a:srgbClr val="7FBE78"/>
    <a:srgbClr val="C6E2C3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61430B6-2596-41BF-A083-C638C5FD0FCC}">
  <a:tblStyle styleId="{261430B6-2596-41BF-A083-C638C5FD0F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3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1485a77ac1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1485a77ac1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g14d6535e0d4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8" name="Google Shape;1418;g14d6535e0d4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g14d6535e0d4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1" name="Google Shape;1491;g14d6535e0d4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g14d6535e0d4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1" name="Google Shape;1491;g14d6535e0d4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86526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0" name="Google Shape;3550;g14d6535e0d4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1" name="Google Shape;3551;g14d6535e0d4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0" name="Google Shape;3550;g14d6535e0d4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1" name="Google Shape;3551;g14d6535e0d4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2718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857750" y="1640100"/>
            <a:ext cx="3570900" cy="16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500">
                <a:solidFill>
                  <a:srgbClr val="19191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857750" y="3246825"/>
            <a:ext cx="3570900" cy="409500"/>
          </a:xfrm>
          <a:prstGeom prst="rect">
            <a:avLst/>
          </a:prstGeom>
          <a:solidFill>
            <a:srgbClr val="138808">
              <a:alpha val="244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>
            <a:spLocks noGrp="1"/>
          </p:cNvSpPr>
          <p:nvPr>
            <p:ph type="title" hasCustomPrompt="1"/>
          </p:nvPr>
        </p:nvSpPr>
        <p:spPr>
          <a:xfrm>
            <a:off x="709929" y="1643396"/>
            <a:ext cx="594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>
            <a:spLocks noGrp="1"/>
          </p:cNvSpPr>
          <p:nvPr>
            <p:ph type="subTitle" idx="1"/>
          </p:nvPr>
        </p:nvSpPr>
        <p:spPr>
          <a:xfrm>
            <a:off x="1304529" y="2134391"/>
            <a:ext cx="2715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title" idx="2" hasCustomPrompt="1"/>
          </p:nvPr>
        </p:nvSpPr>
        <p:spPr>
          <a:xfrm>
            <a:off x="4571440" y="1640946"/>
            <a:ext cx="594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3"/>
          </p:nvPr>
        </p:nvSpPr>
        <p:spPr>
          <a:xfrm>
            <a:off x="5166040" y="2134391"/>
            <a:ext cx="2715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3"/>
          <p:cNvSpPr txBox="1">
            <a:spLocks noGrp="1"/>
          </p:cNvSpPr>
          <p:nvPr>
            <p:ph type="title" idx="4" hasCustomPrompt="1"/>
          </p:nvPr>
        </p:nvSpPr>
        <p:spPr>
          <a:xfrm>
            <a:off x="709929" y="3056321"/>
            <a:ext cx="594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31" name="Google Shape;131;p13"/>
          <p:cNvSpPr txBox="1">
            <a:spLocks noGrp="1"/>
          </p:cNvSpPr>
          <p:nvPr>
            <p:ph type="subTitle" idx="5"/>
          </p:nvPr>
        </p:nvSpPr>
        <p:spPr>
          <a:xfrm>
            <a:off x="1304529" y="3543232"/>
            <a:ext cx="2715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title" idx="6" hasCustomPrompt="1"/>
          </p:nvPr>
        </p:nvSpPr>
        <p:spPr>
          <a:xfrm>
            <a:off x="4571440" y="3056321"/>
            <a:ext cx="594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33" name="Google Shape;133;p13"/>
          <p:cNvSpPr txBox="1">
            <a:spLocks noGrp="1"/>
          </p:cNvSpPr>
          <p:nvPr>
            <p:ph type="subTitle" idx="7"/>
          </p:nvPr>
        </p:nvSpPr>
        <p:spPr>
          <a:xfrm>
            <a:off x="5166040" y="3543221"/>
            <a:ext cx="2715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title" idx="8"/>
          </p:nvPr>
        </p:nvSpPr>
        <p:spPr>
          <a:xfrm>
            <a:off x="720000" y="53499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9"/>
          </p:nvPr>
        </p:nvSpPr>
        <p:spPr>
          <a:xfrm>
            <a:off x="1304529" y="1643396"/>
            <a:ext cx="2715000" cy="484800"/>
          </a:xfrm>
          <a:prstGeom prst="rect">
            <a:avLst/>
          </a:prstGeom>
          <a:solidFill>
            <a:srgbClr val="FF9933">
              <a:alpha val="384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6" name="Google Shape;136;p13"/>
          <p:cNvSpPr txBox="1">
            <a:spLocks noGrp="1"/>
          </p:cNvSpPr>
          <p:nvPr>
            <p:ph type="subTitle" idx="13"/>
          </p:nvPr>
        </p:nvSpPr>
        <p:spPr>
          <a:xfrm>
            <a:off x="5166040" y="1643392"/>
            <a:ext cx="2715000" cy="484800"/>
          </a:xfrm>
          <a:prstGeom prst="rect">
            <a:avLst/>
          </a:prstGeom>
          <a:solidFill>
            <a:srgbClr val="FF9933">
              <a:alpha val="384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7" name="Google Shape;137;p13"/>
          <p:cNvSpPr txBox="1">
            <a:spLocks noGrp="1"/>
          </p:cNvSpPr>
          <p:nvPr>
            <p:ph type="subTitle" idx="14"/>
          </p:nvPr>
        </p:nvSpPr>
        <p:spPr>
          <a:xfrm>
            <a:off x="1304529" y="3056331"/>
            <a:ext cx="2715000" cy="484800"/>
          </a:xfrm>
          <a:prstGeom prst="rect">
            <a:avLst/>
          </a:prstGeom>
          <a:solidFill>
            <a:srgbClr val="138808">
              <a:alpha val="24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subTitle" idx="15"/>
          </p:nvPr>
        </p:nvSpPr>
        <p:spPr>
          <a:xfrm>
            <a:off x="5166040" y="3056321"/>
            <a:ext cx="2715000" cy="484800"/>
          </a:xfrm>
          <a:prstGeom prst="rect">
            <a:avLst/>
          </a:prstGeom>
          <a:solidFill>
            <a:srgbClr val="138808">
              <a:alpha val="24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39" name="Google Shape;139;p13"/>
          <p:cNvGrpSpPr/>
          <p:nvPr/>
        </p:nvGrpSpPr>
        <p:grpSpPr>
          <a:xfrm rot="10800000">
            <a:off x="-1701321" y="4553905"/>
            <a:ext cx="5053091" cy="435777"/>
            <a:chOff x="5896679" y="4472082"/>
            <a:chExt cx="5053091" cy="435777"/>
          </a:xfrm>
        </p:grpSpPr>
        <p:grpSp>
          <p:nvGrpSpPr>
            <p:cNvPr id="140" name="Google Shape;140;p13"/>
            <p:cNvGrpSpPr/>
            <p:nvPr/>
          </p:nvGrpSpPr>
          <p:grpSpPr>
            <a:xfrm rot="-5400000" flipH="1">
              <a:off x="7373411" y="2995351"/>
              <a:ext cx="435777" cy="3389240"/>
              <a:chOff x="4566275" y="2563884"/>
              <a:chExt cx="61675" cy="479675"/>
            </a:xfrm>
          </p:grpSpPr>
          <p:sp>
            <p:nvSpPr>
              <p:cNvPr id="141" name="Google Shape;141;p13"/>
              <p:cNvSpPr/>
              <p:nvPr/>
            </p:nvSpPr>
            <p:spPr>
              <a:xfrm>
                <a:off x="4566275" y="2578634"/>
                <a:ext cx="55075" cy="464925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8597" extrusionOk="0">
                    <a:moveTo>
                      <a:pt x="2094" y="0"/>
                    </a:moveTo>
                    <a:lnTo>
                      <a:pt x="2094" y="8096"/>
                    </a:lnTo>
                    <a:lnTo>
                      <a:pt x="0" y="12005"/>
                    </a:lnTo>
                    <a:lnTo>
                      <a:pt x="0" y="18596"/>
                    </a:lnTo>
                    <a:lnTo>
                      <a:pt x="109" y="18596"/>
                    </a:lnTo>
                    <a:lnTo>
                      <a:pt x="109" y="12051"/>
                    </a:lnTo>
                    <a:lnTo>
                      <a:pt x="2203" y="8112"/>
                    </a:lnTo>
                    <a:lnTo>
                      <a:pt x="22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13"/>
              <p:cNvSpPr/>
              <p:nvPr/>
            </p:nvSpPr>
            <p:spPr>
              <a:xfrm>
                <a:off x="4611650" y="2563884"/>
                <a:ext cx="16300" cy="16325"/>
              </a:xfrm>
              <a:custGeom>
                <a:avLst/>
                <a:gdLst/>
                <a:ahLst/>
                <a:cxnLst/>
                <a:rect l="l" t="t" r="r" b="b"/>
                <a:pathLst>
                  <a:path w="652" h="653" extrusionOk="0">
                    <a:moveTo>
                      <a:pt x="326" y="109"/>
                    </a:moveTo>
                    <a:cubicBezTo>
                      <a:pt x="465" y="109"/>
                      <a:pt x="558" y="202"/>
                      <a:pt x="558" y="342"/>
                    </a:cubicBezTo>
                    <a:cubicBezTo>
                      <a:pt x="558" y="482"/>
                      <a:pt x="465" y="575"/>
                      <a:pt x="326" y="575"/>
                    </a:cubicBezTo>
                    <a:cubicBezTo>
                      <a:pt x="186" y="575"/>
                      <a:pt x="93" y="466"/>
                      <a:pt x="93" y="342"/>
                    </a:cubicBezTo>
                    <a:cubicBezTo>
                      <a:pt x="93" y="202"/>
                      <a:pt x="202" y="109"/>
                      <a:pt x="326" y="109"/>
                    </a:cubicBezTo>
                    <a:close/>
                    <a:moveTo>
                      <a:pt x="326" y="1"/>
                    </a:moveTo>
                    <a:cubicBezTo>
                      <a:pt x="124" y="1"/>
                      <a:pt x="0" y="156"/>
                      <a:pt x="0" y="327"/>
                    </a:cubicBezTo>
                    <a:cubicBezTo>
                      <a:pt x="0" y="513"/>
                      <a:pt x="155" y="652"/>
                      <a:pt x="326" y="652"/>
                    </a:cubicBezTo>
                    <a:cubicBezTo>
                      <a:pt x="496" y="652"/>
                      <a:pt x="651" y="513"/>
                      <a:pt x="651" y="327"/>
                    </a:cubicBezTo>
                    <a:cubicBezTo>
                      <a:pt x="651" y="125"/>
                      <a:pt x="496" y="1"/>
                      <a:pt x="3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" name="Google Shape;143;p13"/>
            <p:cNvGrpSpPr/>
            <p:nvPr/>
          </p:nvGrpSpPr>
          <p:grpSpPr>
            <a:xfrm rot="-5400000">
              <a:off x="8886321" y="3688564"/>
              <a:ext cx="109695" cy="2328855"/>
              <a:chOff x="4541850" y="2791375"/>
              <a:chExt cx="15525" cy="329600"/>
            </a:xfrm>
          </p:grpSpPr>
          <p:sp>
            <p:nvSpPr>
              <p:cNvPr id="144" name="Google Shape;144;p13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avLst/>
                <a:gdLst/>
                <a:ahLst/>
                <a:cxnLst/>
                <a:rect l="l" t="t" r="r" b="b"/>
                <a:pathLst>
                  <a:path w="94" h="12610" extrusionOk="0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3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621" extrusionOk="0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" name="Google Shape;146;p13"/>
            <p:cNvGrpSpPr/>
            <p:nvPr/>
          </p:nvGrpSpPr>
          <p:grpSpPr>
            <a:xfrm rot="-5400000">
              <a:off x="9730496" y="3525526"/>
              <a:ext cx="109695" cy="2328855"/>
              <a:chOff x="4541850" y="2791375"/>
              <a:chExt cx="15525" cy="329600"/>
            </a:xfrm>
          </p:grpSpPr>
          <p:sp>
            <p:nvSpPr>
              <p:cNvPr id="147" name="Google Shape;147;p13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avLst/>
                <a:gdLst/>
                <a:ahLst/>
                <a:cxnLst/>
                <a:rect l="l" t="t" r="r" b="b"/>
                <a:pathLst>
                  <a:path w="94" h="12610" extrusionOk="0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13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621" extrusionOk="0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9" name="Google Shape;149;p13"/>
          <p:cNvGrpSpPr/>
          <p:nvPr/>
        </p:nvGrpSpPr>
        <p:grpSpPr>
          <a:xfrm>
            <a:off x="4421623" y="4581142"/>
            <a:ext cx="300770" cy="54726"/>
            <a:chOff x="4770650" y="685575"/>
            <a:chExt cx="158250" cy="28800"/>
          </a:xfrm>
        </p:grpSpPr>
        <p:sp>
          <p:nvSpPr>
            <p:cNvPr id="150" name="Google Shape;150;p13"/>
            <p:cNvSpPr/>
            <p:nvPr/>
          </p:nvSpPr>
          <p:spPr>
            <a:xfrm>
              <a:off x="4770650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4835375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4900100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"/>
          <p:cNvSpPr txBox="1">
            <a:spLocks noGrp="1"/>
          </p:cNvSpPr>
          <p:nvPr>
            <p:ph type="title"/>
          </p:nvPr>
        </p:nvSpPr>
        <p:spPr>
          <a:xfrm>
            <a:off x="2290025" y="3339900"/>
            <a:ext cx="4563900" cy="360900"/>
          </a:xfrm>
          <a:prstGeom prst="rect">
            <a:avLst/>
          </a:prstGeom>
          <a:solidFill>
            <a:srgbClr val="FF9933">
              <a:alpha val="5417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55" name="Google Shape;155;p14"/>
          <p:cNvSpPr txBox="1">
            <a:spLocks noGrp="1"/>
          </p:cNvSpPr>
          <p:nvPr>
            <p:ph type="subTitle" idx="1"/>
          </p:nvPr>
        </p:nvSpPr>
        <p:spPr>
          <a:xfrm>
            <a:off x="745900" y="1055600"/>
            <a:ext cx="7652100" cy="211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>
            <a:spLocks noGrp="1"/>
          </p:cNvSpPr>
          <p:nvPr>
            <p:ph type="subTitle" idx="1"/>
          </p:nvPr>
        </p:nvSpPr>
        <p:spPr>
          <a:xfrm>
            <a:off x="2776800" y="3673413"/>
            <a:ext cx="3590400" cy="83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2776800" y="3214900"/>
            <a:ext cx="3590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6"/>
          <p:cNvSpPr>
            <a:spLocks noGrp="1"/>
          </p:cNvSpPr>
          <p:nvPr>
            <p:ph type="pic" idx="2"/>
          </p:nvPr>
        </p:nvSpPr>
        <p:spPr>
          <a:xfrm>
            <a:off x="2919380" y="882462"/>
            <a:ext cx="3305700" cy="1859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64" name="Google Shape;164;p16"/>
          <p:cNvGrpSpPr/>
          <p:nvPr/>
        </p:nvGrpSpPr>
        <p:grpSpPr>
          <a:xfrm>
            <a:off x="4421623" y="4581142"/>
            <a:ext cx="300770" cy="54726"/>
            <a:chOff x="4770650" y="685575"/>
            <a:chExt cx="158250" cy="28800"/>
          </a:xfrm>
        </p:grpSpPr>
        <p:sp>
          <p:nvSpPr>
            <p:cNvPr id="165" name="Google Shape;165;p16"/>
            <p:cNvSpPr/>
            <p:nvPr/>
          </p:nvSpPr>
          <p:spPr>
            <a:xfrm>
              <a:off x="4770650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6"/>
            <p:cNvSpPr/>
            <p:nvPr/>
          </p:nvSpPr>
          <p:spPr>
            <a:xfrm>
              <a:off x="4835375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4900100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>
            <a:spLocks noGrp="1"/>
          </p:cNvSpPr>
          <p:nvPr>
            <p:ph type="subTitle" idx="1"/>
          </p:nvPr>
        </p:nvSpPr>
        <p:spPr>
          <a:xfrm>
            <a:off x="720000" y="2573563"/>
            <a:ext cx="2336400" cy="430200"/>
          </a:xfrm>
          <a:prstGeom prst="rect">
            <a:avLst/>
          </a:prstGeom>
          <a:solidFill>
            <a:srgbClr val="138808">
              <a:alpha val="24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5" name="Google Shape;195;p19"/>
          <p:cNvSpPr txBox="1">
            <a:spLocks noGrp="1"/>
          </p:cNvSpPr>
          <p:nvPr>
            <p:ph type="subTitle" idx="2"/>
          </p:nvPr>
        </p:nvSpPr>
        <p:spPr>
          <a:xfrm>
            <a:off x="720000" y="3009874"/>
            <a:ext cx="23364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19"/>
          <p:cNvSpPr txBox="1">
            <a:spLocks noGrp="1"/>
          </p:cNvSpPr>
          <p:nvPr>
            <p:ph type="subTitle" idx="3"/>
          </p:nvPr>
        </p:nvSpPr>
        <p:spPr>
          <a:xfrm>
            <a:off x="3403800" y="3009874"/>
            <a:ext cx="23364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9"/>
          <p:cNvSpPr txBox="1">
            <a:spLocks noGrp="1"/>
          </p:cNvSpPr>
          <p:nvPr>
            <p:ph type="subTitle" idx="4"/>
          </p:nvPr>
        </p:nvSpPr>
        <p:spPr>
          <a:xfrm>
            <a:off x="6087600" y="3009874"/>
            <a:ext cx="23364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19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9"/>
          <p:cNvSpPr txBox="1">
            <a:spLocks noGrp="1"/>
          </p:cNvSpPr>
          <p:nvPr>
            <p:ph type="subTitle" idx="5"/>
          </p:nvPr>
        </p:nvSpPr>
        <p:spPr>
          <a:xfrm>
            <a:off x="3403800" y="2573563"/>
            <a:ext cx="2336400" cy="430200"/>
          </a:xfrm>
          <a:prstGeom prst="rect">
            <a:avLst/>
          </a:prstGeom>
          <a:solidFill>
            <a:srgbClr val="FF9933">
              <a:alpha val="541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0" name="Google Shape;200;p19"/>
          <p:cNvSpPr txBox="1">
            <a:spLocks noGrp="1"/>
          </p:cNvSpPr>
          <p:nvPr>
            <p:ph type="subTitle" idx="6"/>
          </p:nvPr>
        </p:nvSpPr>
        <p:spPr>
          <a:xfrm>
            <a:off x="6087600" y="2573563"/>
            <a:ext cx="2336400" cy="430200"/>
          </a:xfrm>
          <a:prstGeom prst="rect">
            <a:avLst/>
          </a:prstGeom>
          <a:solidFill>
            <a:srgbClr val="138808">
              <a:alpha val="24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01" name="Google Shape;201;p19"/>
          <p:cNvGrpSpPr/>
          <p:nvPr/>
        </p:nvGrpSpPr>
        <p:grpSpPr>
          <a:xfrm>
            <a:off x="4421623" y="4581142"/>
            <a:ext cx="300770" cy="54726"/>
            <a:chOff x="4770650" y="685575"/>
            <a:chExt cx="158250" cy="28800"/>
          </a:xfrm>
        </p:grpSpPr>
        <p:sp>
          <p:nvSpPr>
            <p:cNvPr id="202" name="Google Shape;202;p19"/>
            <p:cNvSpPr/>
            <p:nvPr/>
          </p:nvSpPr>
          <p:spPr>
            <a:xfrm>
              <a:off x="4770650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9"/>
            <p:cNvSpPr/>
            <p:nvPr/>
          </p:nvSpPr>
          <p:spPr>
            <a:xfrm>
              <a:off x="4835375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4900100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5" name="Google Shape;205;p19"/>
          <p:cNvGrpSpPr/>
          <p:nvPr/>
        </p:nvGrpSpPr>
        <p:grpSpPr>
          <a:xfrm rot="-893893">
            <a:off x="286044" y="213662"/>
            <a:ext cx="480245" cy="457683"/>
            <a:chOff x="3137370" y="-570001"/>
            <a:chExt cx="454778" cy="457459"/>
          </a:xfrm>
        </p:grpSpPr>
        <p:sp>
          <p:nvSpPr>
            <p:cNvPr id="206" name="Google Shape;206;p19"/>
            <p:cNvSpPr/>
            <p:nvPr/>
          </p:nvSpPr>
          <p:spPr>
            <a:xfrm>
              <a:off x="3154081" y="-531752"/>
              <a:ext cx="429756" cy="377388"/>
            </a:xfrm>
            <a:custGeom>
              <a:avLst/>
              <a:gdLst/>
              <a:ahLst/>
              <a:cxnLst/>
              <a:rect l="l" t="t" r="r" b="b"/>
              <a:pathLst>
                <a:path w="4809" h="4223" extrusionOk="0">
                  <a:moveTo>
                    <a:pt x="2391" y="1246"/>
                  </a:moveTo>
                  <a:cubicBezTo>
                    <a:pt x="2524" y="1246"/>
                    <a:pt x="2660" y="1277"/>
                    <a:pt x="2792" y="1340"/>
                  </a:cubicBezTo>
                  <a:cubicBezTo>
                    <a:pt x="2792" y="1340"/>
                    <a:pt x="2792" y="1340"/>
                    <a:pt x="2792" y="1340"/>
                  </a:cubicBezTo>
                  <a:lnTo>
                    <a:pt x="2792" y="1340"/>
                  </a:lnTo>
                  <a:cubicBezTo>
                    <a:pt x="3226" y="1557"/>
                    <a:pt x="3412" y="2069"/>
                    <a:pt x="3195" y="2519"/>
                  </a:cubicBezTo>
                  <a:cubicBezTo>
                    <a:pt x="3052" y="2837"/>
                    <a:pt x="2746" y="3016"/>
                    <a:pt x="2420" y="3016"/>
                  </a:cubicBezTo>
                  <a:cubicBezTo>
                    <a:pt x="2286" y="3016"/>
                    <a:pt x="2148" y="2985"/>
                    <a:pt x="2016" y="2922"/>
                  </a:cubicBezTo>
                  <a:cubicBezTo>
                    <a:pt x="1567" y="2720"/>
                    <a:pt x="1396" y="2193"/>
                    <a:pt x="1613" y="1743"/>
                  </a:cubicBezTo>
                  <a:cubicBezTo>
                    <a:pt x="1767" y="1425"/>
                    <a:pt x="2068" y="1246"/>
                    <a:pt x="2391" y="1246"/>
                  </a:cubicBezTo>
                  <a:close/>
                  <a:moveTo>
                    <a:pt x="2408" y="1113"/>
                  </a:moveTo>
                  <a:cubicBezTo>
                    <a:pt x="2294" y="1113"/>
                    <a:pt x="2181" y="1133"/>
                    <a:pt x="2075" y="1170"/>
                  </a:cubicBezTo>
                  <a:lnTo>
                    <a:pt x="2075" y="1170"/>
                  </a:lnTo>
                  <a:cubicBezTo>
                    <a:pt x="1824" y="1251"/>
                    <a:pt x="1608" y="1428"/>
                    <a:pt x="1489" y="1681"/>
                  </a:cubicBezTo>
                  <a:cubicBezTo>
                    <a:pt x="1256" y="2193"/>
                    <a:pt x="1458" y="2798"/>
                    <a:pt x="1954" y="3015"/>
                  </a:cubicBezTo>
                  <a:cubicBezTo>
                    <a:pt x="2104" y="3092"/>
                    <a:pt x="2261" y="3128"/>
                    <a:pt x="2415" y="3128"/>
                  </a:cubicBezTo>
                  <a:cubicBezTo>
                    <a:pt x="2419" y="3128"/>
                    <a:pt x="2422" y="3128"/>
                    <a:pt x="2426" y="3128"/>
                  </a:cubicBezTo>
                  <a:lnTo>
                    <a:pt x="2426" y="3128"/>
                  </a:lnTo>
                  <a:cubicBezTo>
                    <a:pt x="2429" y="3128"/>
                    <a:pt x="2433" y="3128"/>
                    <a:pt x="2436" y="3128"/>
                  </a:cubicBezTo>
                  <a:cubicBezTo>
                    <a:pt x="2803" y="3128"/>
                    <a:pt x="3154" y="2917"/>
                    <a:pt x="3319" y="2565"/>
                  </a:cubicBezTo>
                  <a:cubicBezTo>
                    <a:pt x="3457" y="2271"/>
                    <a:pt x="3437" y="1945"/>
                    <a:pt x="3298" y="1673"/>
                  </a:cubicBezTo>
                  <a:lnTo>
                    <a:pt x="3298" y="1673"/>
                  </a:lnTo>
                  <a:cubicBezTo>
                    <a:pt x="3229" y="1531"/>
                    <a:pt x="3128" y="1405"/>
                    <a:pt x="2997" y="1310"/>
                  </a:cubicBezTo>
                  <a:lnTo>
                    <a:pt x="2997" y="1310"/>
                  </a:lnTo>
                  <a:cubicBezTo>
                    <a:pt x="2952" y="1275"/>
                    <a:pt x="2905" y="1244"/>
                    <a:pt x="2854" y="1216"/>
                  </a:cubicBezTo>
                  <a:cubicBezTo>
                    <a:pt x="2709" y="1146"/>
                    <a:pt x="2557" y="1113"/>
                    <a:pt x="2408" y="1113"/>
                  </a:cubicBezTo>
                  <a:close/>
                  <a:moveTo>
                    <a:pt x="2398" y="974"/>
                  </a:moveTo>
                  <a:cubicBezTo>
                    <a:pt x="2571" y="974"/>
                    <a:pt x="2748" y="1012"/>
                    <a:pt x="2916" y="1092"/>
                  </a:cubicBezTo>
                  <a:cubicBezTo>
                    <a:pt x="3490" y="1356"/>
                    <a:pt x="3722" y="2054"/>
                    <a:pt x="3459" y="2643"/>
                  </a:cubicBezTo>
                  <a:cubicBezTo>
                    <a:pt x="3257" y="3057"/>
                    <a:pt x="2837" y="3294"/>
                    <a:pt x="2403" y="3294"/>
                  </a:cubicBezTo>
                  <a:cubicBezTo>
                    <a:pt x="2236" y="3294"/>
                    <a:pt x="2067" y="3259"/>
                    <a:pt x="1908" y="3186"/>
                  </a:cubicBezTo>
                  <a:cubicBezTo>
                    <a:pt x="1318" y="2907"/>
                    <a:pt x="1086" y="2209"/>
                    <a:pt x="1365" y="1635"/>
                  </a:cubicBezTo>
                  <a:cubicBezTo>
                    <a:pt x="1553" y="1213"/>
                    <a:pt x="1964" y="974"/>
                    <a:pt x="2398" y="974"/>
                  </a:cubicBezTo>
                  <a:close/>
                  <a:moveTo>
                    <a:pt x="2415" y="0"/>
                  </a:moveTo>
                  <a:cubicBezTo>
                    <a:pt x="1629" y="0"/>
                    <a:pt x="868" y="429"/>
                    <a:pt x="512" y="1185"/>
                  </a:cubicBezTo>
                  <a:cubicBezTo>
                    <a:pt x="0" y="2224"/>
                    <a:pt x="434" y="3511"/>
                    <a:pt x="1473" y="4008"/>
                  </a:cubicBezTo>
                  <a:cubicBezTo>
                    <a:pt x="1770" y="4154"/>
                    <a:pt x="2086" y="4223"/>
                    <a:pt x="2399" y="4223"/>
                  </a:cubicBezTo>
                  <a:cubicBezTo>
                    <a:pt x="3184" y="4223"/>
                    <a:pt x="3946" y="3789"/>
                    <a:pt x="4312" y="3046"/>
                  </a:cubicBezTo>
                  <a:cubicBezTo>
                    <a:pt x="4808" y="1992"/>
                    <a:pt x="4389" y="735"/>
                    <a:pt x="3335" y="208"/>
                  </a:cubicBezTo>
                  <a:cubicBezTo>
                    <a:pt x="3040" y="67"/>
                    <a:pt x="2726" y="0"/>
                    <a:pt x="24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9"/>
            <p:cNvSpPr/>
            <p:nvPr/>
          </p:nvSpPr>
          <p:spPr>
            <a:xfrm>
              <a:off x="3237190" y="-194399"/>
              <a:ext cx="84629" cy="76318"/>
            </a:xfrm>
            <a:custGeom>
              <a:avLst/>
              <a:gdLst/>
              <a:ahLst/>
              <a:cxnLst/>
              <a:rect l="l" t="t" r="r" b="b"/>
              <a:pathLst>
                <a:path w="947" h="854" extrusionOk="0">
                  <a:moveTo>
                    <a:pt x="218" y="0"/>
                  </a:moveTo>
                  <a:lnTo>
                    <a:pt x="1" y="543"/>
                  </a:lnTo>
                  <a:lnTo>
                    <a:pt x="668" y="853"/>
                  </a:lnTo>
                  <a:lnTo>
                    <a:pt x="947" y="35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9"/>
            <p:cNvSpPr/>
            <p:nvPr/>
          </p:nvSpPr>
          <p:spPr>
            <a:xfrm>
              <a:off x="3137370" y="-313612"/>
              <a:ext cx="70777" cy="81858"/>
            </a:xfrm>
            <a:custGeom>
              <a:avLst/>
              <a:gdLst/>
              <a:ahLst/>
              <a:cxnLst/>
              <a:rect l="l" t="t" r="r" b="b"/>
              <a:pathLst>
                <a:path w="792" h="916" extrusionOk="0">
                  <a:moveTo>
                    <a:pt x="544" y="0"/>
                  </a:moveTo>
                  <a:lnTo>
                    <a:pt x="1" y="233"/>
                  </a:lnTo>
                  <a:lnTo>
                    <a:pt x="249" y="915"/>
                  </a:lnTo>
                  <a:lnTo>
                    <a:pt x="792" y="776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9"/>
            <p:cNvSpPr/>
            <p:nvPr/>
          </p:nvSpPr>
          <p:spPr>
            <a:xfrm>
              <a:off x="3141570" y="-467499"/>
              <a:ext cx="76318" cy="83288"/>
            </a:xfrm>
            <a:custGeom>
              <a:avLst/>
              <a:gdLst/>
              <a:ahLst/>
              <a:cxnLst/>
              <a:rect l="l" t="t" r="r" b="b"/>
              <a:pathLst>
                <a:path w="854" h="932" extrusionOk="0">
                  <a:moveTo>
                    <a:pt x="311" y="1"/>
                  </a:moveTo>
                  <a:lnTo>
                    <a:pt x="0" y="637"/>
                  </a:lnTo>
                  <a:lnTo>
                    <a:pt x="512" y="931"/>
                  </a:lnTo>
                  <a:lnTo>
                    <a:pt x="854" y="218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9"/>
            <p:cNvSpPr/>
            <p:nvPr/>
          </p:nvSpPr>
          <p:spPr>
            <a:xfrm>
              <a:off x="3256582" y="-570001"/>
              <a:ext cx="81858" cy="73547"/>
            </a:xfrm>
            <a:custGeom>
              <a:avLst/>
              <a:gdLst/>
              <a:ahLst/>
              <a:cxnLst/>
              <a:rect l="l" t="t" r="r" b="b"/>
              <a:pathLst>
                <a:path w="916" h="823" extrusionOk="0">
                  <a:moveTo>
                    <a:pt x="683" y="0"/>
                  </a:moveTo>
                  <a:lnTo>
                    <a:pt x="1" y="248"/>
                  </a:lnTo>
                  <a:lnTo>
                    <a:pt x="140" y="822"/>
                  </a:lnTo>
                  <a:lnTo>
                    <a:pt x="916" y="5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9"/>
            <p:cNvSpPr/>
            <p:nvPr/>
          </p:nvSpPr>
          <p:spPr>
            <a:xfrm>
              <a:off x="3409039" y="-564460"/>
              <a:ext cx="83288" cy="76318"/>
            </a:xfrm>
            <a:custGeom>
              <a:avLst/>
              <a:gdLst/>
              <a:ahLst/>
              <a:cxnLst/>
              <a:rect l="l" t="t" r="r" b="b"/>
              <a:pathLst>
                <a:path w="932" h="854" extrusionOk="0">
                  <a:moveTo>
                    <a:pt x="296" y="0"/>
                  </a:moveTo>
                  <a:lnTo>
                    <a:pt x="1" y="496"/>
                  </a:lnTo>
                  <a:lnTo>
                    <a:pt x="714" y="853"/>
                  </a:lnTo>
                  <a:lnTo>
                    <a:pt x="931" y="31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9"/>
            <p:cNvSpPr/>
            <p:nvPr/>
          </p:nvSpPr>
          <p:spPr>
            <a:xfrm>
              <a:off x="3521371" y="-450877"/>
              <a:ext cx="70777" cy="81858"/>
            </a:xfrm>
            <a:custGeom>
              <a:avLst/>
              <a:gdLst/>
              <a:ahLst/>
              <a:cxnLst/>
              <a:rect l="l" t="t" r="r" b="b"/>
              <a:pathLst>
                <a:path w="792" h="916" extrusionOk="0">
                  <a:moveTo>
                    <a:pt x="558" y="1"/>
                  </a:moveTo>
                  <a:lnTo>
                    <a:pt x="0" y="140"/>
                  </a:lnTo>
                  <a:lnTo>
                    <a:pt x="279" y="916"/>
                  </a:lnTo>
                  <a:lnTo>
                    <a:pt x="791" y="683"/>
                  </a:lnTo>
                  <a:lnTo>
                    <a:pt x="5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9"/>
            <p:cNvSpPr/>
            <p:nvPr/>
          </p:nvSpPr>
          <p:spPr>
            <a:xfrm>
              <a:off x="3513060" y="-298420"/>
              <a:ext cx="76318" cy="83288"/>
            </a:xfrm>
            <a:custGeom>
              <a:avLst/>
              <a:gdLst/>
              <a:ahLst/>
              <a:cxnLst/>
              <a:rect l="l" t="t" r="r" b="b"/>
              <a:pathLst>
                <a:path w="854" h="932" extrusionOk="0">
                  <a:moveTo>
                    <a:pt x="341" y="1"/>
                  </a:moveTo>
                  <a:lnTo>
                    <a:pt x="0" y="730"/>
                  </a:lnTo>
                  <a:lnTo>
                    <a:pt x="543" y="931"/>
                  </a:lnTo>
                  <a:lnTo>
                    <a:pt x="853" y="296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9"/>
            <p:cNvSpPr/>
            <p:nvPr/>
          </p:nvSpPr>
          <p:spPr>
            <a:xfrm>
              <a:off x="3393847" y="-184748"/>
              <a:ext cx="80429" cy="72207"/>
            </a:xfrm>
            <a:custGeom>
              <a:avLst/>
              <a:gdLst/>
              <a:ahLst/>
              <a:cxnLst/>
              <a:rect l="l" t="t" r="r" b="b"/>
              <a:pathLst>
                <a:path w="900" h="808" extrusionOk="0">
                  <a:moveTo>
                    <a:pt x="745" y="1"/>
                  </a:moveTo>
                  <a:lnTo>
                    <a:pt x="0" y="264"/>
                  </a:lnTo>
                  <a:lnTo>
                    <a:pt x="233" y="807"/>
                  </a:lnTo>
                  <a:lnTo>
                    <a:pt x="900" y="559"/>
                  </a:lnTo>
                  <a:lnTo>
                    <a:pt x="7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28"/>
          <p:cNvGrpSpPr/>
          <p:nvPr/>
        </p:nvGrpSpPr>
        <p:grpSpPr>
          <a:xfrm>
            <a:off x="5092229" y="-180802"/>
            <a:ext cx="5253816" cy="1622108"/>
            <a:chOff x="5092229" y="-180802"/>
            <a:chExt cx="5253816" cy="1622108"/>
          </a:xfrm>
        </p:grpSpPr>
        <p:sp>
          <p:nvSpPr>
            <p:cNvPr id="289" name="Google Shape;289;p28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avLst/>
              <a:gdLst/>
              <a:ahLst/>
              <a:cxnLst/>
              <a:rect l="l" t="t" r="r" b="b"/>
              <a:pathLst>
                <a:path w="3149" h="15790" extrusionOk="0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8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8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avLst/>
              <a:gdLst/>
              <a:ahLst/>
              <a:cxnLst/>
              <a:rect l="l" t="t" r="r" b="b"/>
              <a:pathLst>
                <a:path w="3165" h="13634" extrusionOk="0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8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8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avLst/>
              <a:gdLst/>
              <a:ahLst/>
              <a:cxnLst/>
              <a:rect l="l" t="t" r="r" b="b"/>
              <a:pathLst>
                <a:path w="94" h="12610" extrusionOk="0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8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avLst/>
              <a:gdLst/>
              <a:ahLst/>
              <a:cxnLst/>
              <a:rect l="l" t="t" r="r" b="b"/>
              <a:pathLst>
                <a:path w="621" h="621" extrusionOk="0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8"/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avLst/>
              <a:gdLst/>
              <a:ahLst/>
              <a:cxnLst/>
              <a:rect l="l" t="t" r="r" b="b"/>
              <a:pathLst>
                <a:path w="2203" h="18597" extrusionOk="0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8"/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avLst/>
              <a:gdLst/>
              <a:ahLst/>
              <a:cxnLst/>
              <a:rect l="l" t="t" r="r" b="b"/>
              <a:pathLst>
                <a:path w="652" h="653" extrusionOk="0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8"/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avLst/>
              <a:gdLst/>
              <a:ahLst/>
              <a:cxnLst/>
              <a:rect l="l" t="t" r="r" b="b"/>
              <a:pathLst>
                <a:path w="2545" h="15154" extrusionOk="0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8"/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avLst/>
              <a:gdLst/>
              <a:ahLst/>
              <a:cxnLst/>
              <a:rect l="l" t="t" r="r" b="b"/>
              <a:pathLst>
                <a:path w="622" h="621" extrusionOk="0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9" name="Google Shape;299;p28"/>
          <p:cNvGrpSpPr/>
          <p:nvPr/>
        </p:nvGrpSpPr>
        <p:grpSpPr>
          <a:xfrm>
            <a:off x="5896679" y="4154157"/>
            <a:ext cx="5053091" cy="435777"/>
            <a:chOff x="5896679" y="4472082"/>
            <a:chExt cx="5053091" cy="435777"/>
          </a:xfrm>
        </p:grpSpPr>
        <p:grpSp>
          <p:nvGrpSpPr>
            <p:cNvPr id="300" name="Google Shape;300;p28"/>
            <p:cNvGrpSpPr/>
            <p:nvPr/>
          </p:nvGrpSpPr>
          <p:grpSpPr>
            <a:xfrm rot="-5400000" flipH="1">
              <a:off x="7373411" y="2995351"/>
              <a:ext cx="435777" cy="3389240"/>
              <a:chOff x="4566275" y="2563884"/>
              <a:chExt cx="61675" cy="479675"/>
            </a:xfrm>
          </p:grpSpPr>
          <p:sp>
            <p:nvSpPr>
              <p:cNvPr id="301" name="Google Shape;301;p28"/>
              <p:cNvSpPr/>
              <p:nvPr/>
            </p:nvSpPr>
            <p:spPr>
              <a:xfrm>
                <a:off x="4566275" y="2578634"/>
                <a:ext cx="55075" cy="464925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8597" extrusionOk="0">
                    <a:moveTo>
                      <a:pt x="2094" y="0"/>
                    </a:moveTo>
                    <a:lnTo>
                      <a:pt x="2094" y="8096"/>
                    </a:lnTo>
                    <a:lnTo>
                      <a:pt x="0" y="12005"/>
                    </a:lnTo>
                    <a:lnTo>
                      <a:pt x="0" y="18596"/>
                    </a:lnTo>
                    <a:lnTo>
                      <a:pt x="109" y="18596"/>
                    </a:lnTo>
                    <a:lnTo>
                      <a:pt x="109" y="12051"/>
                    </a:lnTo>
                    <a:lnTo>
                      <a:pt x="2203" y="8112"/>
                    </a:lnTo>
                    <a:lnTo>
                      <a:pt x="22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28"/>
              <p:cNvSpPr/>
              <p:nvPr/>
            </p:nvSpPr>
            <p:spPr>
              <a:xfrm>
                <a:off x="4611650" y="2563884"/>
                <a:ext cx="16300" cy="16325"/>
              </a:xfrm>
              <a:custGeom>
                <a:avLst/>
                <a:gdLst/>
                <a:ahLst/>
                <a:cxnLst/>
                <a:rect l="l" t="t" r="r" b="b"/>
                <a:pathLst>
                  <a:path w="652" h="653" extrusionOk="0">
                    <a:moveTo>
                      <a:pt x="326" y="109"/>
                    </a:moveTo>
                    <a:cubicBezTo>
                      <a:pt x="465" y="109"/>
                      <a:pt x="558" y="202"/>
                      <a:pt x="558" y="342"/>
                    </a:cubicBezTo>
                    <a:cubicBezTo>
                      <a:pt x="558" y="482"/>
                      <a:pt x="465" y="575"/>
                      <a:pt x="326" y="575"/>
                    </a:cubicBezTo>
                    <a:cubicBezTo>
                      <a:pt x="186" y="575"/>
                      <a:pt x="93" y="466"/>
                      <a:pt x="93" y="342"/>
                    </a:cubicBezTo>
                    <a:cubicBezTo>
                      <a:pt x="93" y="202"/>
                      <a:pt x="202" y="109"/>
                      <a:pt x="326" y="109"/>
                    </a:cubicBezTo>
                    <a:close/>
                    <a:moveTo>
                      <a:pt x="326" y="1"/>
                    </a:moveTo>
                    <a:cubicBezTo>
                      <a:pt x="124" y="1"/>
                      <a:pt x="0" y="156"/>
                      <a:pt x="0" y="327"/>
                    </a:cubicBezTo>
                    <a:cubicBezTo>
                      <a:pt x="0" y="513"/>
                      <a:pt x="155" y="652"/>
                      <a:pt x="326" y="652"/>
                    </a:cubicBezTo>
                    <a:cubicBezTo>
                      <a:pt x="496" y="652"/>
                      <a:pt x="651" y="513"/>
                      <a:pt x="651" y="327"/>
                    </a:cubicBezTo>
                    <a:cubicBezTo>
                      <a:pt x="651" y="125"/>
                      <a:pt x="496" y="1"/>
                      <a:pt x="3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3" name="Google Shape;303;p28"/>
            <p:cNvGrpSpPr/>
            <p:nvPr/>
          </p:nvGrpSpPr>
          <p:grpSpPr>
            <a:xfrm rot="-5400000">
              <a:off x="8886321" y="3688564"/>
              <a:ext cx="109695" cy="2328855"/>
              <a:chOff x="4541850" y="2791375"/>
              <a:chExt cx="15525" cy="329600"/>
            </a:xfrm>
          </p:grpSpPr>
          <p:sp>
            <p:nvSpPr>
              <p:cNvPr id="304" name="Google Shape;304;p28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avLst/>
                <a:gdLst/>
                <a:ahLst/>
                <a:cxnLst/>
                <a:rect l="l" t="t" r="r" b="b"/>
                <a:pathLst>
                  <a:path w="94" h="12610" extrusionOk="0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28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621" extrusionOk="0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6" name="Google Shape;306;p28"/>
            <p:cNvGrpSpPr/>
            <p:nvPr/>
          </p:nvGrpSpPr>
          <p:grpSpPr>
            <a:xfrm rot="-5400000">
              <a:off x="9730496" y="3525526"/>
              <a:ext cx="109695" cy="2328855"/>
              <a:chOff x="4541850" y="2791375"/>
              <a:chExt cx="15525" cy="329600"/>
            </a:xfrm>
          </p:grpSpPr>
          <p:sp>
            <p:nvSpPr>
              <p:cNvPr id="307" name="Google Shape;307;p28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avLst/>
                <a:gdLst/>
                <a:ahLst/>
                <a:cxnLst/>
                <a:rect l="l" t="t" r="r" b="b"/>
                <a:pathLst>
                  <a:path w="94" h="12610" extrusionOk="0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28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621" extrusionOk="0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29"/>
          <p:cNvGrpSpPr/>
          <p:nvPr/>
        </p:nvGrpSpPr>
        <p:grpSpPr>
          <a:xfrm rot="10800000">
            <a:off x="-1701321" y="4553905"/>
            <a:ext cx="5053091" cy="435777"/>
            <a:chOff x="5896679" y="4472082"/>
            <a:chExt cx="5053091" cy="435777"/>
          </a:xfrm>
        </p:grpSpPr>
        <p:grpSp>
          <p:nvGrpSpPr>
            <p:cNvPr id="311" name="Google Shape;311;p29"/>
            <p:cNvGrpSpPr/>
            <p:nvPr/>
          </p:nvGrpSpPr>
          <p:grpSpPr>
            <a:xfrm rot="-5400000" flipH="1">
              <a:off x="7373411" y="2995351"/>
              <a:ext cx="435777" cy="3389240"/>
              <a:chOff x="4566275" y="2563884"/>
              <a:chExt cx="61675" cy="479675"/>
            </a:xfrm>
          </p:grpSpPr>
          <p:sp>
            <p:nvSpPr>
              <p:cNvPr id="312" name="Google Shape;312;p29"/>
              <p:cNvSpPr/>
              <p:nvPr/>
            </p:nvSpPr>
            <p:spPr>
              <a:xfrm>
                <a:off x="4566275" y="2578634"/>
                <a:ext cx="55075" cy="464925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8597" extrusionOk="0">
                    <a:moveTo>
                      <a:pt x="2094" y="0"/>
                    </a:moveTo>
                    <a:lnTo>
                      <a:pt x="2094" y="8096"/>
                    </a:lnTo>
                    <a:lnTo>
                      <a:pt x="0" y="12005"/>
                    </a:lnTo>
                    <a:lnTo>
                      <a:pt x="0" y="18596"/>
                    </a:lnTo>
                    <a:lnTo>
                      <a:pt x="109" y="18596"/>
                    </a:lnTo>
                    <a:lnTo>
                      <a:pt x="109" y="12051"/>
                    </a:lnTo>
                    <a:lnTo>
                      <a:pt x="2203" y="8112"/>
                    </a:lnTo>
                    <a:lnTo>
                      <a:pt x="22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29"/>
              <p:cNvSpPr/>
              <p:nvPr/>
            </p:nvSpPr>
            <p:spPr>
              <a:xfrm>
                <a:off x="4611650" y="2563884"/>
                <a:ext cx="16300" cy="16325"/>
              </a:xfrm>
              <a:custGeom>
                <a:avLst/>
                <a:gdLst/>
                <a:ahLst/>
                <a:cxnLst/>
                <a:rect l="l" t="t" r="r" b="b"/>
                <a:pathLst>
                  <a:path w="652" h="653" extrusionOk="0">
                    <a:moveTo>
                      <a:pt x="326" y="109"/>
                    </a:moveTo>
                    <a:cubicBezTo>
                      <a:pt x="465" y="109"/>
                      <a:pt x="558" y="202"/>
                      <a:pt x="558" y="342"/>
                    </a:cubicBezTo>
                    <a:cubicBezTo>
                      <a:pt x="558" y="482"/>
                      <a:pt x="465" y="575"/>
                      <a:pt x="326" y="575"/>
                    </a:cubicBezTo>
                    <a:cubicBezTo>
                      <a:pt x="186" y="575"/>
                      <a:pt x="93" y="466"/>
                      <a:pt x="93" y="342"/>
                    </a:cubicBezTo>
                    <a:cubicBezTo>
                      <a:pt x="93" y="202"/>
                      <a:pt x="202" y="109"/>
                      <a:pt x="326" y="109"/>
                    </a:cubicBezTo>
                    <a:close/>
                    <a:moveTo>
                      <a:pt x="326" y="1"/>
                    </a:moveTo>
                    <a:cubicBezTo>
                      <a:pt x="124" y="1"/>
                      <a:pt x="0" y="156"/>
                      <a:pt x="0" y="327"/>
                    </a:cubicBezTo>
                    <a:cubicBezTo>
                      <a:pt x="0" y="513"/>
                      <a:pt x="155" y="652"/>
                      <a:pt x="326" y="652"/>
                    </a:cubicBezTo>
                    <a:cubicBezTo>
                      <a:pt x="496" y="652"/>
                      <a:pt x="651" y="513"/>
                      <a:pt x="651" y="327"/>
                    </a:cubicBezTo>
                    <a:cubicBezTo>
                      <a:pt x="651" y="125"/>
                      <a:pt x="496" y="1"/>
                      <a:pt x="3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4" name="Google Shape;314;p29"/>
            <p:cNvGrpSpPr/>
            <p:nvPr/>
          </p:nvGrpSpPr>
          <p:grpSpPr>
            <a:xfrm rot="-5400000">
              <a:off x="8886321" y="3688564"/>
              <a:ext cx="109695" cy="2328855"/>
              <a:chOff x="4541850" y="2791375"/>
              <a:chExt cx="15525" cy="329600"/>
            </a:xfrm>
          </p:grpSpPr>
          <p:sp>
            <p:nvSpPr>
              <p:cNvPr id="315" name="Google Shape;315;p29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avLst/>
                <a:gdLst/>
                <a:ahLst/>
                <a:cxnLst/>
                <a:rect l="l" t="t" r="r" b="b"/>
                <a:pathLst>
                  <a:path w="94" h="12610" extrusionOk="0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29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621" extrusionOk="0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7" name="Google Shape;317;p29"/>
            <p:cNvGrpSpPr/>
            <p:nvPr/>
          </p:nvGrpSpPr>
          <p:grpSpPr>
            <a:xfrm rot="-5400000">
              <a:off x="9730496" y="3525526"/>
              <a:ext cx="109695" cy="2328855"/>
              <a:chOff x="4541850" y="2791375"/>
              <a:chExt cx="15525" cy="329600"/>
            </a:xfrm>
          </p:grpSpPr>
          <p:sp>
            <p:nvSpPr>
              <p:cNvPr id="318" name="Google Shape;318;p29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avLst/>
                <a:gdLst/>
                <a:ahLst/>
                <a:cxnLst/>
                <a:rect l="l" t="t" r="r" b="b"/>
                <a:pathLst>
                  <a:path w="94" h="12610" extrusionOk="0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29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621" extrusionOk="0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20" name="Google Shape;320;p29"/>
          <p:cNvGrpSpPr/>
          <p:nvPr/>
        </p:nvGrpSpPr>
        <p:grpSpPr>
          <a:xfrm rot="10800000" flipH="1">
            <a:off x="5909368" y="275305"/>
            <a:ext cx="4210803" cy="931613"/>
            <a:chOff x="6135243" y="509694"/>
            <a:chExt cx="4210803" cy="931613"/>
          </a:xfrm>
        </p:grpSpPr>
        <p:sp>
          <p:nvSpPr>
            <p:cNvPr id="321" name="Google Shape;321;p29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avLst/>
              <a:gdLst/>
              <a:ahLst/>
              <a:cxnLst/>
              <a:rect l="l" t="t" r="r" b="b"/>
              <a:pathLst>
                <a:path w="3149" h="15790" extrusionOk="0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9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9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avLst/>
              <a:gdLst/>
              <a:ahLst/>
              <a:cxnLst/>
              <a:rect l="l" t="t" r="r" b="b"/>
              <a:pathLst>
                <a:path w="3165" h="13634" extrusionOk="0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9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9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avLst/>
              <a:gdLst/>
              <a:ahLst/>
              <a:cxnLst/>
              <a:rect l="l" t="t" r="r" b="b"/>
              <a:pathLst>
                <a:path w="94" h="12610" extrusionOk="0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9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avLst/>
              <a:gdLst/>
              <a:ahLst/>
              <a:cxnLst/>
              <a:rect l="l" t="t" r="r" b="b"/>
              <a:pathLst>
                <a:path w="621" h="621" extrusionOk="0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7" name="Google Shape;327;p29"/>
          <p:cNvSpPr/>
          <p:nvPr/>
        </p:nvSpPr>
        <p:spPr>
          <a:xfrm>
            <a:off x="7455506" y="4343931"/>
            <a:ext cx="425556" cy="432527"/>
          </a:xfrm>
          <a:custGeom>
            <a:avLst/>
            <a:gdLst/>
            <a:ahLst/>
            <a:cxnLst/>
            <a:rect l="l" t="t" r="r" b="b"/>
            <a:pathLst>
              <a:path w="4762" h="4840" extrusionOk="0">
                <a:moveTo>
                  <a:pt x="2386" y="1333"/>
                </a:moveTo>
                <a:cubicBezTo>
                  <a:pt x="2559" y="1333"/>
                  <a:pt x="2735" y="1374"/>
                  <a:pt x="2901" y="1459"/>
                </a:cubicBezTo>
                <a:cubicBezTo>
                  <a:pt x="3444" y="1754"/>
                  <a:pt x="3630" y="2405"/>
                  <a:pt x="3351" y="2948"/>
                </a:cubicBezTo>
                <a:cubicBezTo>
                  <a:pt x="3148" y="3321"/>
                  <a:pt x="2776" y="3533"/>
                  <a:pt x="2382" y="3533"/>
                </a:cubicBezTo>
                <a:cubicBezTo>
                  <a:pt x="2204" y="3533"/>
                  <a:pt x="2020" y="3490"/>
                  <a:pt x="1846" y="3398"/>
                </a:cubicBezTo>
                <a:cubicBezTo>
                  <a:pt x="1303" y="3103"/>
                  <a:pt x="1117" y="2452"/>
                  <a:pt x="1412" y="1909"/>
                </a:cubicBezTo>
                <a:cubicBezTo>
                  <a:pt x="1617" y="1542"/>
                  <a:pt x="1993" y="1333"/>
                  <a:pt x="2386" y="1333"/>
                </a:cubicBezTo>
                <a:close/>
                <a:moveTo>
                  <a:pt x="2901" y="1"/>
                </a:moveTo>
                <a:lnTo>
                  <a:pt x="2715" y="373"/>
                </a:lnTo>
                <a:cubicBezTo>
                  <a:pt x="2653" y="466"/>
                  <a:pt x="2529" y="544"/>
                  <a:pt x="2420" y="544"/>
                </a:cubicBezTo>
                <a:lnTo>
                  <a:pt x="2218" y="544"/>
                </a:lnTo>
                <a:cubicBezTo>
                  <a:pt x="2205" y="546"/>
                  <a:pt x="2191" y="547"/>
                  <a:pt x="2178" y="547"/>
                </a:cubicBezTo>
                <a:cubicBezTo>
                  <a:pt x="2080" y="547"/>
                  <a:pt x="1976" y="498"/>
                  <a:pt x="1908" y="389"/>
                </a:cubicBezTo>
                <a:lnTo>
                  <a:pt x="1691" y="48"/>
                </a:lnTo>
                <a:lnTo>
                  <a:pt x="559" y="745"/>
                </a:lnTo>
                <a:lnTo>
                  <a:pt x="776" y="1133"/>
                </a:lnTo>
                <a:cubicBezTo>
                  <a:pt x="822" y="1226"/>
                  <a:pt x="822" y="1366"/>
                  <a:pt x="776" y="1459"/>
                </a:cubicBezTo>
                <a:lnTo>
                  <a:pt x="714" y="1536"/>
                </a:lnTo>
                <a:cubicBezTo>
                  <a:pt x="698" y="1567"/>
                  <a:pt x="667" y="1598"/>
                  <a:pt x="667" y="1630"/>
                </a:cubicBezTo>
                <a:cubicBezTo>
                  <a:pt x="621" y="1754"/>
                  <a:pt x="512" y="1800"/>
                  <a:pt x="404" y="1816"/>
                </a:cubicBezTo>
                <a:lnTo>
                  <a:pt x="0" y="1847"/>
                </a:lnTo>
                <a:lnTo>
                  <a:pt x="32" y="3180"/>
                </a:lnTo>
                <a:lnTo>
                  <a:pt x="435" y="3165"/>
                </a:lnTo>
                <a:cubicBezTo>
                  <a:pt x="559" y="3165"/>
                  <a:pt x="667" y="3211"/>
                  <a:pt x="729" y="3336"/>
                </a:cubicBezTo>
                <a:lnTo>
                  <a:pt x="854" y="3506"/>
                </a:lnTo>
                <a:cubicBezTo>
                  <a:pt x="931" y="3599"/>
                  <a:pt x="931" y="3739"/>
                  <a:pt x="869" y="3832"/>
                </a:cubicBezTo>
                <a:lnTo>
                  <a:pt x="667" y="4204"/>
                </a:lnTo>
                <a:lnTo>
                  <a:pt x="1862" y="4840"/>
                </a:lnTo>
                <a:lnTo>
                  <a:pt x="2048" y="4483"/>
                </a:lnTo>
                <a:cubicBezTo>
                  <a:pt x="2110" y="4375"/>
                  <a:pt x="2218" y="4297"/>
                  <a:pt x="2342" y="4297"/>
                </a:cubicBezTo>
                <a:lnTo>
                  <a:pt x="2529" y="4297"/>
                </a:lnTo>
                <a:cubicBezTo>
                  <a:pt x="2541" y="4296"/>
                  <a:pt x="2554" y="4295"/>
                  <a:pt x="2566" y="4295"/>
                </a:cubicBezTo>
                <a:cubicBezTo>
                  <a:pt x="2674" y="4295"/>
                  <a:pt x="2769" y="4355"/>
                  <a:pt x="2839" y="4452"/>
                </a:cubicBezTo>
                <a:lnTo>
                  <a:pt x="3056" y="4809"/>
                </a:lnTo>
                <a:lnTo>
                  <a:pt x="4204" y="4096"/>
                </a:lnTo>
                <a:lnTo>
                  <a:pt x="3986" y="3739"/>
                </a:lnTo>
                <a:cubicBezTo>
                  <a:pt x="3924" y="3646"/>
                  <a:pt x="3924" y="3506"/>
                  <a:pt x="3986" y="3413"/>
                </a:cubicBezTo>
                <a:lnTo>
                  <a:pt x="4048" y="3336"/>
                </a:lnTo>
                <a:cubicBezTo>
                  <a:pt x="4064" y="3305"/>
                  <a:pt x="4080" y="3274"/>
                  <a:pt x="4080" y="3242"/>
                </a:cubicBezTo>
                <a:cubicBezTo>
                  <a:pt x="4142" y="3118"/>
                  <a:pt x="4235" y="3072"/>
                  <a:pt x="4359" y="3041"/>
                </a:cubicBezTo>
                <a:lnTo>
                  <a:pt x="4762" y="3025"/>
                </a:lnTo>
                <a:lnTo>
                  <a:pt x="4731" y="1692"/>
                </a:lnTo>
                <a:lnTo>
                  <a:pt x="4312" y="1692"/>
                </a:lnTo>
                <a:cubicBezTo>
                  <a:pt x="4204" y="1692"/>
                  <a:pt x="4080" y="1630"/>
                  <a:pt x="4033" y="1521"/>
                </a:cubicBezTo>
                <a:lnTo>
                  <a:pt x="3909" y="1335"/>
                </a:lnTo>
                <a:cubicBezTo>
                  <a:pt x="3831" y="1242"/>
                  <a:pt x="3831" y="1102"/>
                  <a:pt x="3893" y="1009"/>
                </a:cubicBezTo>
                <a:lnTo>
                  <a:pt x="4080" y="637"/>
                </a:lnTo>
                <a:lnTo>
                  <a:pt x="290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8" name="Google Shape;328;p29"/>
          <p:cNvGrpSpPr/>
          <p:nvPr/>
        </p:nvGrpSpPr>
        <p:grpSpPr>
          <a:xfrm rot="-899960">
            <a:off x="8218214" y="3614536"/>
            <a:ext cx="454765" cy="457446"/>
            <a:chOff x="3137370" y="-570001"/>
            <a:chExt cx="454778" cy="457459"/>
          </a:xfrm>
        </p:grpSpPr>
        <p:sp>
          <p:nvSpPr>
            <p:cNvPr id="329" name="Google Shape;329;p29"/>
            <p:cNvSpPr/>
            <p:nvPr/>
          </p:nvSpPr>
          <p:spPr>
            <a:xfrm>
              <a:off x="3154081" y="-531752"/>
              <a:ext cx="429756" cy="377388"/>
            </a:xfrm>
            <a:custGeom>
              <a:avLst/>
              <a:gdLst/>
              <a:ahLst/>
              <a:cxnLst/>
              <a:rect l="l" t="t" r="r" b="b"/>
              <a:pathLst>
                <a:path w="4809" h="4223" extrusionOk="0">
                  <a:moveTo>
                    <a:pt x="2391" y="1246"/>
                  </a:moveTo>
                  <a:cubicBezTo>
                    <a:pt x="2524" y="1246"/>
                    <a:pt x="2660" y="1277"/>
                    <a:pt x="2792" y="1340"/>
                  </a:cubicBezTo>
                  <a:cubicBezTo>
                    <a:pt x="2792" y="1340"/>
                    <a:pt x="2792" y="1340"/>
                    <a:pt x="2792" y="1340"/>
                  </a:cubicBezTo>
                  <a:lnTo>
                    <a:pt x="2792" y="1340"/>
                  </a:lnTo>
                  <a:cubicBezTo>
                    <a:pt x="3226" y="1557"/>
                    <a:pt x="3412" y="2069"/>
                    <a:pt x="3195" y="2519"/>
                  </a:cubicBezTo>
                  <a:cubicBezTo>
                    <a:pt x="3052" y="2837"/>
                    <a:pt x="2746" y="3016"/>
                    <a:pt x="2420" y="3016"/>
                  </a:cubicBezTo>
                  <a:cubicBezTo>
                    <a:pt x="2286" y="3016"/>
                    <a:pt x="2148" y="2985"/>
                    <a:pt x="2016" y="2922"/>
                  </a:cubicBezTo>
                  <a:cubicBezTo>
                    <a:pt x="1567" y="2720"/>
                    <a:pt x="1396" y="2193"/>
                    <a:pt x="1613" y="1743"/>
                  </a:cubicBezTo>
                  <a:cubicBezTo>
                    <a:pt x="1767" y="1425"/>
                    <a:pt x="2068" y="1246"/>
                    <a:pt x="2391" y="1246"/>
                  </a:cubicBezTo>
                  <a:close/>
                  <a:moveTo>
                    <a:pt x="2408" y="1113"/>
                  </a:moveTo>
                  <a:cubicBezTo>
                    <a:pt x="2294" y="1113"/>
                    <a:pt x="2181" y="1133"/>
                    <a:pt x="2075" y="1170"/>
                  </a:cubicBezTo>
                  <a:lnTo>
                    <a:pt x="2075" y="1170"/>
                  </a:lnTo>
                  <a:cubicBezTo>
                    <a:pt x="1824" y="1251"/>
                    <a:pt x="1608" y="1428"/>
                    <a:pt x="1489" y="1681"/>
                  </a:cubicBezTo>
                  <a:cubicBezTo>
                    <a:pt x="1256" y="2193"/>
                    <a:pt x="1458" y="2798"/>
                    <a:pt x="1954" y="3015"/>
                  </a:cubicBezTo>
                  <a:cubicBezTo>
                    <a:pt x="2104" y="3092"/>
                    <a:pt x="2261" y="3128"/>
                    <a:pt x="2415" y="3128"/>
                  </a:cubicBezTo>
                  <a:cubicBezTo>
                    <a:pt x="2419" y="3128"/>
                    <a:pt x="2422" y="3128"/>
                    <a:pt x="2426" y="3128"/>
                  </a:cubicBezTo>
                  <a:lnTo>
                    <a:pt x="2426" y="3128"/>
                  </a:lnTo>
                  <a:cubicBezTo>
                    <a:pt x="2429" y="3128"/>
                    <a:pt x="2433" y="3128"/>
                    <a:pt x="2436" y="3128"/>
                  </a:cubicBezTo>
                  <a:cubicBezTo>
                    <a:pt x="2803" y="3128"/>
                    <a:pt x="3154" y="2917"/>
                    <a:pt x="3319" y="2565"/>
                  </a:cubicBezTo>
                  <a:cubicBezTo>
                    <a:pt x="3457" y="2271"/>
                    <a:pt x="3437" y="1945"/>
                    <a:pt x="3298" y="1673"/>
                  </a:cubicBezTo>
                  <a:lnTo>
                    <a:pt x="3298" y="1673"/>
                  </a:lnTo>
                  <a:cubicBezTo>
                    <a:pt x="3229" y="1531"/>
                    <a:pt x="3128" y="1405"/>
                    <a:pt x="2997" y="1310"/>
                  </a:cubicBezTo>
                  <a:lnTo>
                    <a:pt x="2997" y="1310"/>
                  </a:lnTo>
                  <a:cubicBezTo>
                    <a:pt x="2952" y="1275"/>
                    <a:pt x="2905" y="1244"/>
                    <a:pt x="2854" y="1216"/>
                  </a:cubicBezTo>
                  <a:cubicBezTo>
                    <a:pt x="2709" y="1146"/>
                    <a:pt x="2557" y="1113"/>
                    <a:pt x="2408" y="1113"/>
                  </a:cubicBezTo>
                  <a:close/>
                  <a:moveTo>
                    <a:pt x="2398" y="974"/>
                  </a:moveTo>
                  <a:cubicBezTo>
                    <a:pt x="2571" y="974"/>
                    <a:pt x="2748" y="1012"/>
                    <a:pt x="2916" y="1092"/>
                  </a:cubicBezTo>
                  <a:cubicBezTo>
                    <a:pt x="3490" y="1356"/>
                    <a:pt x="3722" y="2054"/>
                    <a:pt x="3459" y="2643"/>
                  </a:cubicBezTo>
                  <a:cubicBezTo>
                    <a:pt x="3257" y="3057"/>
                    <a:pt x="2837" y="3294"/>
                    <a:pt x="2403" y="3294"/>
                  </a:cubicBezTo>
                  <a:cubicBezTo>
                    <a:pt x="2236" y="3294"/>
                    <a:pt x="2067" y="3259"/>
                    <a:pt x="1908" y="3186"/>
                  </a:cubicBezTo>
                  <a:cubicBezTo>
                    <a:pt x="1318" y="2907"/>
                    <a:pt x="1086" y="2209"/>
                    <a:pt x="1365" y="1635"/>
                  </a:cubicBezTo>
                  <a:cubicBezTo>
                    <a:pt x="1553" y="1213"/>
                    <a:pt x="1964" y="974"/>
                    <a:pt x="2398" y="974"/>
                  </a:cubicBezTo>
                  <a:close/>
                  <a:moveTo>
                    <a:pt x="2415" y="0"/>
                  </a:moveTo>
                  <a:cubicBezTo>
                    <a:pt x="1629" y="0"/>
                    <a:pt x="868" y="429"/>
                    <a:pt x="512" y="1185"/>
                  </a:cubicBezTo>
                  <a:cubicBezTo>
                    <a:pt x="0" y="2224"/>
                    <a:pt x="434" y="3511"/>
                    <a:pt x="1473" y="4008"/>
                  </a:cubicBezTo>
                  <a:cubicBezTo>
                    <a:pt x="1770" y="4154"/>
                    <a:pt x="2086" y="4223"/>
                    <a:pt x="2399" y="4223"/>
                  </a:cubicBezTo>
                  <a:cubicBezTo>
                    <a:pt x="3184" y="4223"/>
                    <a:pt x="3946" y="3789"/>
                    <a:pt x="4312" y="3046"/>
                  </a:cubicBezTo>
                  <a:cubicBezTo>
                    <a:pt x="4808" y="1992"/>
                    <a:pt x="4389" y="735"/>
                    <a:pt x="3335" y="208"/>
                  </a:cubicBezTo>
                  <a:cubicBezTo>
                    <a:pt x="3040" y="67"/>
                    <a:pt x="2726" y="0"/>
                    <a:pt x="24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9"/>
            <p:cNvSpPr/>
            <p:nvPr/>
          </p:nvSpPr>
          <p:spPr>
            <a:xfrm>
              <a:off x="3237190" y="-194399"/>
              <a:ext cx="84629" cy="76318"/>
            </a:xfrm>
            <a:custGeom>
              <a:avLst/>
              <a:gdLst/>
              <a:ahLst/>
              <a:cxnLst/>
              <a:rect l="l" t="t" r="r" b="b"/>
              <a:pathLst>
                <a:path w="947" h="854" extrusionOk="0">
                  <a:moveTo>
                    <a:pt x="218" y="0"/>
                  </a:moveTo>
                  <a:lnTo>
                    <a:pt x="1" y="543"/>
                  </a:lnTo>
                  <a:lnTo>
                    <a:pt x="668" y="853"/>
                  </a:lnTo>
                  <a:lnTo>
                    <a:pt x="947" y="35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9"/>
            <p:cNvSpPr/>
            <p:nvPr/>
          </p:nvSpPr>
          <p:spPr>
            <a:xfrm>
              <a:off x="3137370" y="-313612"/>
              <a:ext cx="70777" cy="81858"/>
            </a:xfrm>
            <a:custGeom>
              <a:avLst/>
              <a:gdLst/>
              <a:ahLst/>
              <a:cxnLst/>
              <a:rect l="l" t="t" r="r" b="b"/>
              <a:pathLst>
                <a:path w="792" h="916" extrusionOk="0">
                  <a:moveTo>
                    <a:pt x="544" y="0"/>
                  </a:moveTo>
                  <a:lnTo>
                    <a:pt x="1" y="233"/>
                  </a:lnTo>
                  <a:lnTo>
                    <a:pt x="249" y="915"/>
                  </a:lnTo>
                  <a:lnTo>
                    <a:pt x="792" y="776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9"/>
            <p:cNvSpPr/>
            <p:nvPr/>
          </p:nvSpPr>
          <p:spPr>
            <a:xfrm>
              <a:off x="3141570" y="-467499"/>
              <a:ext cx="76318" cy="83288"/>
            </a:xfrm>
            <a:custGeom>
              <a:avLst/>
              <a:gdLst/>
              <a:ahLst/>
              <a:cxnLst/>
              <a:rect l="l" t="t" r="r" b="b"/>
              <a:pathLst>
                <a:path w="854" h="932" extrusionOk="0">
                  <a:moveTo>
                    <a:pt x="311" y="1"/>
                  </a:moveTo>
                  <a:lnTo>
                    <a:pt x="0" y="637"/>
                  </a:lnTo>
                  <a:lnTo>
                    <a:pt x="512" y="931"/>
                  </a:lnTo>
                  <a:lnTo>
                    <a:pt x="854" y="218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9"/>
            <p:cNvSpPr/>
            <p:nvPr/>
          </p:nvSpPr>
          <p:spPr>
            <a:xfrm>
              <a:off x="3256582" y="-570001"/>
              <a:ext cx="81858" cy="73547"/>
            </a:xfrm>
            <a:custGeom>
              <a:avLst/>
              <a:gdLst/>
              <a:ahLst/>
              <a:cxnLst/>
              <a:rect l="l" t="t" r="r" b="b"/>
              <a:pathLst>
                <a:path w="916" h="823" extrusionOk="0">
                  <a:moveTo>
                    <a:pt x="683" y="0"/>
                  </a:moveTo>
                  <a:lnTo>
                    <a:pt x="1" y="248"/>
                  </a:lnTo>
                  <a:lnTo>
                    <a:pt x="140" y="822"/>
                  </a:lnTo>
                  <a:lnTo>
                    <a:pt x="916" y="5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9"/>
            <p:cNvSpPr/>
            <p:nvPr/>
          </p:nvSpPr>
          <p:spPr>
            <a:xfrm>
              <a:off x="3409039" y="-564460"/>
              <a:ext cx="83288" cy="76318"/>
            </a:xfrm>
            <a:custGeom>
              <a:avLst/>
              <a:gdLst/>
              <a:ahLst/>
              <a:cxnLst/>
              <a:rect l="l" t="t" r="r" b="b"/>
              <a:pathLst>
                <a:path w="932" h="854" extrusionOk="0">
                  <a:moveTo>
                    <a:pt x="296" y="0"/>
                  </a:moveTo>
                  <a:lnTo>
                    <a:pt x="1" y="496"/>
                  </a:lnTo>
                  <a:lnTo>
                    <a:pt x="714" y="853"/>
                  </a:lnTo>
                  <a:lnTo>
                    <a:pt x="931" y="31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9"/>
            <p:cNvSpPr/>
            <p:nvPr/>
          </p:nvSpPr>
          <p:spPr>
            <a:xfrm>
              <a:off x="3521371" y="-450877"/>
              <a:ext cx="70777" cy="81858"/>
            </a:xfrm>
            <a:custGeom>
              <a:avLst/>
              <a:gdLst/>
              <a:ahLst/>
              <a:cxnLst/>
              <a:rect l="l" t="t" r="r" b="b"/>
              <a:pathLst>
                <a:path w="792" h="916" extrusionOk="0">
                  <a:moveTo>
                    <a:pt x="558" y="1"/>
                  </a:moveTo>
                  <a:lnTo>
                    <a:pt x="0" y="140"/>
                  </a:lnTo>
                  <a:lnTo>
                    <a:pt x="279" y="916"/>
                  </a:lnTo>
                  <a:lnTo>
                    <a:pt x="791" y="683"/>
                  </a:lnTo>
                  <a:lnTo>
                    <a:pt x="5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9"/>
            <p:cNvSpPr/>
            <p:nvPr/>
          </p:nvSpPr>
          <p:spPr>
            <a:xfrm>
              <a:off x="3513060" y="-298420"/>
              <a:ext cx="76318" cy="83288"/>
            </a:xfrm>
            <a:custGeom>
              <a:avLst/>
              <a:gdLst/>
              <a:ahLst/>
              <a:cxnLst/>
              <a:rect l="l" t="t" r="r" b="b"/>
              <a:pathLst>
                <a:path w="854" h="932" extrusionOk="0">
                  <a:moveTo>
                    <a:pt x="341" y="1"/>
                  </a:moveTo>
                  <a:lnTo>
                    <a:pt x="0" y="730"/>
                  </a:lnTo>
                  <a:lnTo>
                    <a:pt x="543" y="931"/>
                  </a:lnTo>
                  <a:lnTo>
                    <a:pt x="853" y="296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9"/>
            <p:cNvSpPr/>
            <p:nvPr/>
          </p:nvSpPr>
          <p:spPr>
            <a:xfrm>
              <a:off x="3393847" y="-184748"/>
              <a:ext cx="80429" cy="72207"/>
            </a:xfrm>
            <a:custGeom>
              <a:avLst/>
              <a:gdLst/>
              <a:ahLst/>
              <a:cxnLst/>
              <a:rect l="l" t="t" r="r" b="b"/>
              <a:pathLst>
                <a:path w="900" h="808" extrusionOk="0">
                  <a:moveTo>
                    <a:pt x="745" y="1"/>
                  </a:moveTo>
                  <a:lnTo>
                    <a:pt x="0" y="264"/>
                  </a:lnTo>
                  <a:lnTo>
                    <a:pt x="233" y="807"/>
                  </a:lnTo>
                  <a:lnTo>
                    <a:pt x="900" y="559"/>
                  </a:lnTo>
                  <a:lnTo>
                    <a:pt x="7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8" name="Google Shape;338;p29"/>
          <p:cNvGrpSpPr/>
          <p:nvPr/>
        </p:nvGrpSpPr>
        <p:grpSpPr>
          <a:xfrm>
            <a:off x="7984623" y="4115930"/>
            <a:ext cx="888556" cy="888556"/>
            <a:chOff x="3601710" y="-660170"/>
            <a:chExt cx="888556" cy="888556"/>
          </a:xfrm>
        </p:grpSpPr>
        <p:sp>
          <p:nvSpPr>
            <p:cNvPr id="339" name="Google Shape;339;p29"/>
            <p:cNvSpPr/>
            <p:nvPr/>
          </p:nvSpPr>
          <p:spPr>
            <a:xfrm>
              <a:off x="3633613" y="-585997"/>
              <a:ext cx="838601" cy="740210"/>
            </a:xfrm>
            <a:custGeom>
              <a:avLst/>
              <a:gdLst/>
              <a:ahLst/>
              <a:cxnLst/>
              <a:rect l="l" t="t" r="r" b="b"/>
              <a:pathLst>
                <a:path w="9384" h="8283" extrusionOk="0">
                  <a:moveTo>
                    <a:pt x="4688" y="2208"/>
                  </a:moveTo>
                  <a:cubicBezTo>
                    <a:pt x="4929" y="2208"/>
                    <a:pt x="5175" y="2253"/>
                    <a:pt x="5413" y="2350"/>
                  </a:cubicBezTo>
                  <a:cubicBezTo>
                    <a:pt x="6406" y="2738"/>
                    <a:pt x="6887" y="3870"/>
                    <a:pt x="6483" y="4878"/>
                  </a:cubicBezTo>
                  <a:cubicBezTo>
                    <a:pt x="6178" y="5618"/>
                    <a:pt x="5455" y="6082"/>
                    <a:pt x="4691" y="6082"/>
                  </a:cubicBezTo>
                  <a:cubicBezTo>
                    <a:pt x="4446" y="6082"/>
                    <a:pt x="4196" y="6035"/>
                    <a:pt x="3955" y="5933"/>
                  </a:cubicBezTo>
                  <a:cubicBezTo>
                    <a:pt x="2978" y="5530"/>
                    <a:pt x="2482" y="4413"/>
                    <a:pt x="2901" y="3421"/>
                  </a:cubicBezTo>
                  <a:cubicBezTo>
                    <a:pt x="3207" y="2666"/>
                    <a:pt x="3925" y="2208"/>
                    <a:pt x="4688" y="2208"/>
                  </a:cubicBezTo>
                  <a:close/>
                  <a:moveTo>
                    <a:pt x="4697" y="0"/>
                  </a:moveTo>
                  <a:cubicBezTo>
                    <a:pt x="3061" y="0"/>
                    <a:pt x="1501" y="970"/>
                    <a:pt x="853" y="2583"/>
                  </a:cubicBezTo>
                  <a:cubicBezTo>
                    <a:pt x="0" y="4692"/>
                    <a:pt x="1009" y="7112"/>
                    <a:pt x="3149" y="7980"/>
                  </a:cubicBezTo>
                  <a:cubicBezTo>
                    <a:pt x="3656" y="8185"/>
                    <a:pt x="4180" y="8283"/>
                    <a:pt x="4696" y="8283"/>
                  </a:cubicBezTo>
                  <a:cubicBezTo>
                    <a:pt x="6326" y="8283"/>
                    <a:pt x="7871" y="7311"/>
                    <a:pt x="8531" y="5685"/>
                  </a:cubicBezTo>
                  <a:cubicBezTo>
                    <a:pt x="9384" y="3576"/>
                    <a:pt x="8376" y="1156"/>
                    <a:pt x="6251" y="303"/>
                  </a:cubicBezTo>
                  <a:cubicBezTo>
                    <a:pt x="5743" y="98"/>
                    <a:pt x="5216" y="0"/>
                    <a:pt x="46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9"/>
            <p:cNvSpPr/>
            <p:nvPr/>
          </p:nvSpPr>
          <p:spPr>
            <a:xfrm>
              <a:off x="3823514" y="85581"/>
              <a:ext cx="162197" cy="142805"/>
            </a:xfrm>
            <a:custGeom>
              <a:avLst/>
              <a:gdLst/>
              <a:ahLst/>
              <a:cxnLst/>
              <a:rect l="l" t="t" r="r" b="b"/>
              <a:pathLst>
                <a:path w="1815" h="1598" extrusionOk="0">
                  <a:moveTo>
                    <a:pt x="341" y="0"/>
                  </a:moveTo>
                  <a:lnTo>
                    <a:pt x="0" y="1086"/>
                  </a:lnTo>
                  <a:lnTo>
                    <a:pt x="1319" y="1598"/>
                  </a:lnTo>
                  <a:lnTo>
                    <a:pt x="1815" y="589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9"/>
            <p:cNvSpPr/>
            <p:nvPr/>
          </p:nvSpPr>
          <p:spPr>
            <a:xfrm>
              <a:off x="3608681" y="-138993"/>
              <a:ext cx="145576" cy="163627"/>
            </a:xfrm>
            <a:custGeom>
              <a:avLst/>
              <a:gdLst/>
              <a:ahLst/>
              <a:cxnLst/>
              <a:rect l="l" t="t" r="r" b="b"/>
              <a:pathLst>
                <a:path w="1629" h="1831" extrusionOk="0">
                  <a:moveTo>
                    <a:pt x="1008" y="0"/>
                  </a:moveTo>
                  <a:lnTo>
                    <a:pt x="0" y="528"/>
                  </a:lnTo>
                  <a:lnTo>
                    <a:pt x="543" y="1831"/>
                  </a:lnTo>
                  <a:lnTo>
                    <a:pt x="1629" y="1458"/>
                  </a:lnTo>
                  <a:lnTo>
                    <a:pt x="10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9"/>
            <p:cNvSpPr/>
            <p:nvPr/>
          </p:nvSpPr>
          <p:spPr>
            <a:xfrm>
              <a:off x="3601710" y="-438366"/>
              <a:ext cx="142895" cy="163627"/>
            </a:xfrm>
            <a:custGeom>
              <a:avLst/>
              <a:gdLst/>
              <a:ahLst/>
              <a:cxnLst/>
              <a:rect l="l" t="t" r="r" b="b"/>
              <a:pathLst>
                <a:path w="1599" h="1831" extrusionOk="0">
                  <a:moveTo>
                    <a:pt x="512" y="0"/>
                  </a:moveTo>
                  <a:lnTo>
                    <a:pt x="1" y="1319"/>
                  </a:lnTo>
                  <a:lnTo>
                    <a:pt x="1009" y="1831"/>
                  </a:lnTo>
                  <a:lnTo>
                    <a:pt x="1598" y="357"/>
                  </a:lnTo>
                  <a:lnTo>
                    <a:pt x="5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9"/>
            <p:cNvSpPr/>
            <p:nvPr/>
          </p:nvSpPr>
          <p:spPr>
            <a:xfrm>
              <a:off x="3805462" y="-653199"/>
              <a:ext cx="163627" cy="144235"/>
            </a:xfrm>
            <a:custGeom>
              <a:avLst/>
              <a:gdLst/>
              <a:ahLst/>
              <a:cxnLst/>
              <a:rect l="l" t="t" r="r" b="b"/>
              <a:pathLst>
                <a:path w="1831" h="1614" extrusionOk="0">
                  <a:moveTo>
                    <a:pt x="1303" y="0"/>
                  </a:moveTo>
                  <a:lnTo>
                    <a:pt x="1" y="543"/>
                  </a:lnTo>
                  <a:lnTo>
                    <a:pt x="373" y="1613"/>
                  </a:lnTo>
                  <a:lnTo>
                    <a:pt x="1831" y="993"/>
                  </a:lnTo>
                  <a:lnTo>
                    <a:pt x="13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9"/>
            <p:cNvSpPr/>
            <p:nvPr/>
          </p:nvSpPr>
          <p:spPr>
            <a:xfrm>
              <a:off x="4104835" y="-660170"/>
              <a:ext cx="163627" cy="144235"/>
            </a:xfrm>
            <a:custGeom>
              <a:avLst/>
              <a:gdLst/>
              <a:ahLst/>
              <a:cxnLst/>
              <a:rect l="l" t="t" r="r" b="b"/>
              <a:pathLst>
                <a:path w="1831" h="1614" extrusionOk="0">
                  <a:moveTo>
                    <a:pt x="512" y="1"/>
                  </a:moveTo>
                  <a:lnTo>
                    <a:pt x="1" y="1009"/>
                  </a:lnTo>
                  <a:lnTo>
                    <a:pt x="1505" y="1614"/>
                  </a:lnTo>
                  <a:lnTo>
                    <a:pt x="1831" y="528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9"/>
            <p:cNvSpPr/>
            <p:nvPr/>
          </p:nvSpPr>
          <p:spPr>
            <a:xfrm>
              <a:off x="4339061" y="-454988"/>
              <a:ext cx="145665" cy="162197"/>
            </a:xfrm>
            <a:custGeom>
              <a:avLst/>
              <a:gdLst/>
              <a:ahLst/>
              <a:cxnLst/>
              <a:rect l="l" t="t" r="r" b="b"/>
              <a:pathLst>
                <a:path w="1630" h="1815" extrusionOk="0">
                  <a:moveTo>
                    <a:pt x="1071" y="0"/>
                  </a:moveTo>
                  <a:lnTo>
                    <a:pt x="1" y="342"/>
                  </a:lnTo>
                  <a:lnTo>
                    <a:pt x="621" y="1815"/>
                  </a:lnTo>
                  <a:lnTo>
                    <a:pt x="1629" y="1288"/>
                  </a:lnTo>
                  <a:lnTo>
                    <a:pt x="10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9"/>
            <p:cNvSpPr/>
            <p:nvPr/>
          </p:nvSpPr>
          <p:spPr>
            <a:xfrm>
              <a:off x="4346031" y="-155615"/>
              <a:ext cx="144235" cy="162197"/>
            </a:xfrm>
            <a:custGeom>
              <a:avLst/>
              <a:gdLst/>
              <a:ahLst/>
              <a:cxnLst/>
              <a:rect l="l" t="t" r="r" b="b"/>
              <a:pathLst>
                <a:path w="1614" h="1815" extrusionOk="0">
                  <a:moveTo>
                    <a:pt x="605" y="0"/>
                  </a:moveTo>
                  <a:lnTo>
                    <a:pt x="0" y="1474"/>
                  </a:lnTo>
                  <a:lnTo>
                    <a:pt x="1086" y="1815"/>
                  </a:lnTo>
                  <a:lnTo>
                    <a:pt x="1613" y="497"/>
                  </a:lnTo>
                  <a:lnTo>
                    <a:pt x="6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9"/>
            <p:cNvSpPr/>
            <p:nvPr/>
          </p:nvSpPr>
          <p:spPr>
            <a:xfrm>
              <a:off x="4122887" y="78611"/>
              <a:ext cx="162197" cy="142805"/>
            </a:xfrm>
            <a:custGeom>
              <a:avLst/>
              <a:gdLst/>
              <a:ahLst/>
              <a:cxnLst/>
              <a:rect l="l" t="t" r="r" b="b"/>
              <a:pathLst>
                <a:path w="1815" h="1598" extrusionOk="0">
                  <a:moveTo>
                    <a:pt x="1474" y="0"/>
                  </a:moveTo>
                  <a:lnTo>
                    <a:pt x="0" y="621"/>
                  </a:lnTo>
                  <a:lnTo>
                    <a:pt x="528" y="1598"/>
                  </a:lnTo>
                  <a:lnTo>
                    <a:pt x="1815" y="1055"/>
                  </a:lnTo>
                  <a:lnTo>
                    <a:pt x="14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9"/>
            <p:cNvSpPr/>
            <p:nvPr/>
          </p:nvSpPr>
          <p:spPr>
            <a:xfrm>
              <a:off x="3928786" y="-339975"/>
              <a:ext cx="231634" cy="249596"/>
            </a:xfrm>
            <a:custGeom>
              <a:avLst/>
              <a:gdLst/>
              <a:ahLst/>
              <a:cxnLst/>
              <a:rect l="l" t="t" r="r" b="b"/>
              <a:pathLst>
                <a:path w="2592" h="2793" extrusionOk="0">
                  <a:moveTo>
                    <a:pt x="1305" y="944"/>
                  </a:moveTo>
                  <a:cubicBezTo>
                    <a:pt x="1361" y="944"/>
                    <a:pt x="1418" y="955"/>
                    <a:pt x="1474" y="978"/>
                  </a:cubicBezTo>
                  <a:cubicBezTo>
                    <a:pt x="1707" y="1071"/>
                    <a:pt x="1816" y="1319"/>
                    <a:pt x="1722" y="1552"/>
                  </a:cubicBezTo>
                  <a:cubicBezTo>
                    <a:pt x="1651" y="1731"/>
                    <a:pt x="1486" y="1846"/>
                    <a:pt x="1308" y="1846"/>
                  </a:cubicBezTo>
                  <a:cubicBezTo>
                    <a:pt x="1255" y="1846"/>
                    <a:pt x="1201" y="1836"/>
                    <a:pt x="1149" y="1815"/>
                  </a:cubicBezTo>
                  <a:cubicBezTo>
                    <a:pt x="900" y="1707"/>
                    <a:pt x="792" y="1459"/>
                    <a:pt x="885" y="1226"/>
                  </a:cubicBezTo>
                  <a:cubicBezTo>
                    <a:pt x="967" y="1050"/>
                    <a:pt x="1130" y="944"/>
                    <a:pt x="1305" y="944"/>
                  </a:cubicBezTo>
                  <a:close/>
                  <a:moveTo>
                    <a:pt x="1474" y="1"/>
                  </a:moveTo>
                  <a:lnTo>
                    <a:pt x="172" y="543"/>
                  </a:lnTo>
                  <a:lnTo>
                    <a:pt x="1" y="1939"/>
                  </a:lnTo>
                  <a:lnTo>
                    <a:pt x="1118" y="2792"/>
                  </a:lnTo>
                  <a:lnTo>
                    <a:pt x="2420" y="2249"/>
                  </a:lnTo>
                  <a:lnTo>
                    <a:pt x="2591" y="854"/>
                  </a:lnTo>
                  <a:lnTo>
                    <a:pt x="14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9" name="Google Shape;349;p29"/>
          <p:cNvGrpSpPr/>
          <p:nvPr/>
        </p:nvGrpSpPr>
        <p:grpSpPr>
          <a:xfrm rot="-899960">
            <a:off x="3703807" y="656452"/>
            <a:ext cx="454765" cy="457446"/>
            <a:chOff x="3137370" y="-570001"/>
            <a:chExt cx="454778" cy="457459"/>
          </a:xfrm>
        </p:grpSpPr>
        <p:sp>
          <p:nvSpPr>
            <p:cNvPr id="350" name="Google Shape;350;p29"/>
            <p:cNvSpPr/>
            <p:nvPr/>
          </p:nvSpPr>
          <p:spPr>
            <a:xfrm>
              <a:off x="3154081" y="-531752"/>
              <a:ext cx="429756" cy="377388"/>
            </a:xfrm>
            <a:custGeom>
              <a:avLst/>
              <a:gdLst/>
              <a:ahLst/>
              <a:cxnLst/>
              <a:rect l="l" t="t" r="r" b="b"/>
              <a:pathLst>
                <a:path w="4809" h="4223" extrusionOk="0">
                  <a:moveTo>
                    <a:pt x="2391" y="1246"/>
                  </a:moveTo>
                  <a:cubicBezTo>
                    <a:pt x="2524" y="1246"/>
                    <a:pt x="2660" y="1277"/>
                    <a:pt x="2792" y="1340"/>
                  </a:cubicBezTo>
                  <a:cubicBezTo>
                    <a:pt x="2792" y="1340"/>
                    <a:pt x="2792" y="1340"/>
                    <a:pt x="2792" y="1340"/>
                  </a:cubicBezTo>
                  <a:lnTo>
                    <a:pt x="2792" y="1340"/>
                  </a:lnTo>
                  <a:cubicBezTo>
                    <a:pt x="3226" y="1557"/>
                    <a:pt x="3412" y="2069"/>
                    <a:pt x="3195" y="2519"/>
                  </a:cubicBezTo>
                  <a:cubicBezTo>
                    <a:pt x="3052" y="2837"/>
                    <a:pt x="2746" y="3016"/>
                    <a:pt x="2420" y="3016"/>
                  </a:cubicBezTo>
                  <a:cubicBezTo>
                    <a:pt x="2286" y="3016"/>
                    <a:pt x="2148" y="2985"/>
                    <a:pt x="2016" y="2922"/>
                  </a:cubicBezTo>
                  <a:cubicBezTo>
                    <a:pt x="1567" y="2720"/>
                    <a:pt x="1396" y="2193"/>
                    <a:pt x="1613" y="1743"/>
                  </a:cubicBezTo>
                  <a:cubicBezTo>
                    <a:pt x="1767" y="1425"/>
                    <a:pt x="2068" y="1246"/>
                    <a:pt x="2391" y="1246"/>
                  </a:cubicBezTo>
                  <a:close/>
                  <a:moveTo>
                    <a:pt x="2408" y="1113"/>
                  </a:moveTo>
                  <a:cubicBezTo>
                    <a:pt x="2294" y="1113"/>
                    <a:pt x="2181" y="1133"/>
                    <a:pt x="2075" y="1170"/>
                  </a:cubicBezTo>
                  <a:lnTo>
                    <a:pt x="2075" y="1170"/>
                  </a:lnTo>
                  <a:cubicBezTo>
                    <a:pt x="1824" y="1251"/>
                    <a:pt x="1608" y="1428"/>
                    <a:pt x="1489" y="1681"/>
                  </a:cubicBezTo>
                  <a:cubicBezTo>
                    <a:pt x="1256" y="2193"/>
                    <a:pt x="1458" y="2798"/>
                    <a:pt x="1954" y="3015"/>
                  </a:cubicBezTo>
                  <a:cubicBezTo>
                    <a:pt x="2104" y="3092"/>
                    <a:pt x="2261" y="3128"/>
                    <a:pt x="2415" y="3128"/>
                  </a:cubicBezTo>
                  <a:cubicBezTo>
                    <a:pt x="2419" y="3128"/>
                    <a:pt x="2422" y="3128"/>
                    <a:pt x="2426" y="3128"/>
                  </a:cubicBezTo>
                  <a:lnTo>
                    <a:pt x="2426" y="3128"/>
                  </a:lnTo>
                  <a:cubicBezTo>
                    <a:pt x="2429" y="3128"/>
                    <a:pt x="2433" y="3128"/>
                    <a:pt x="2436" y="3128"/>
                  </a:cubicBezTo>
                  <a:cubicBezTo>
                    <a:pt x="2803" y="3128"/>
                    <a:pt x="3154" y="2917"/>
                    <a:pt x="3319" y="2565"/>
                  </a:cubicBezTo>
                  <a:cubicBezTo>
                    <a:pt x="3457" y="2271"/>
                    <a:pt x="3437" y="1945"/>
                    <a:pt x="3298" y="1673"/>
                  </a:cubicBezTo>
                  <a:lnTo>
                    <a:pt x="3298" y="1673"/>
                  </a:lnTo>
                  <a:cubicBezTo>
                    <a:pt x="3229" y="1531"/>
                    <a:pt x="3128" y="1405"/>
                    <a:pt x="2997" y="1310"/>
                  </a:cubicBezTo>
                  <a:lnTo>
                    <a:pt x="2997" y="1310"/>
                  </a:lnTo>
                  <a:cubicBezTo>
                    <a:pt x="2952" y="1275"/>
                    <a:pt x="2905" y="1244"/>
                    <a:pt x="2854" y="1216"/>
                  </a:cubicBezTo>
                  <a:cubicBezTo>
                    <a:pt x="2709" y="1146"/>
                    <a:pt x="2557" y="1113"/>
                    <a:pt x="2408" y="1113"/>
                  </a:cubicBezTo>
                  <a:close/>
                  <a:moveTo>
                    <a:pt x="2398" y="974"/>
                  </a:moveTo>
                  <a:cubicBezTo>
                    <a:pt x="2571" y="974"/>
                    <a:pt x="2748" y="1012"/>
                    <a:pt x="2916" y="1092"/>
                  </a:cubicBezTo>
                  <a:cubicBezTo>
                    <a:pt x="3490" y="1356"/>
                    <a:pt x="3722" y="2054"/>
                    <a:pt x="3459" y="2643"/>
                  </a:cubicBezTo>
                  <a:cubicBezTo>
                    <a:pt x="3257" y="3057"/>
                    <a:pt x="2837" y="3294"/>
                    <a:pt x="2403" y="3294"/>
                  </a:cubicBezTo>
                  <a:cubicBezTo>
                    <a:pt x="2236" y="3294"/>
                    <a:pt x="2067" y="3259"/>
                    <a:pt x="1908" y="3186"/>
                  </a:cubicBezTo>
                  <a:cubicBezTo>
                    <a:pt x="1318" y="2907"/>
                    <a:pt x="1086" y="2209"/>
                    <a:pt x="1365" y="1635"/>
                  </a:cubicBezTo>
                  <a:cubicBezTo>
                    <a:pt x="1553" y="1213"/>
                    <a:pt x="1964" y="974"/>
                    <a:pt x="2398" y="974"/>
                  </a:cubicBezTo>
                  <a:close/>
                  <a:moveTo>
                    <a:pt x="2415" y="0"/>
                  </a:moveTo>
                  <a:cubicBezTo>
                    <a:pt x="1629" y="0"/>
                    <a:pt x="868" y="429"/>
                    <a:pt x="512" y="1185"/>
                  </a:cubicBezTo>
                  <a:cubicBezTo>
                    <a:pt x="0" y="2224"/>
                    <a:pt x="434" y="3511"/>
                    <a:pt x="1473" y="4008"/>
                  </a:cubicBezTo>
                  <a:cubicBezTo>
                    <a:pt x="1770" y="4154"/>
                    <a:pt x="2086" y="4223"/>
                    <a:pt x="2399" y="4223"/>
                  </a:cubicBezTo>
                  <a:cubicBezTo>
                    <a:pt x="3184" y="4223"/>
                    <a:pt x="3946" y="3789"/>
                    <a:pt x="4312" y="3046"/>
                  </a:cubicBezTo>
                  <a:cubicBezTo>
                    <a:pt x="4808" y="1992"/>
                    <a:pt x="4389" y="735"/>
                    <a:pt x="3335" y="208"/>
                  </a:cubicBezTo>
                  <a:cubicBezTo>
                    <a:pt x="3040" y="67"/>
                    <a:pt x="2726" y="0"/>
                    <a:pt x="24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9"/>
            <p:cNvSpPr/>
            <p:nvPr/>
          </p:nvSpPr>
          <p:spPr>
            <a:xfrm>
              <a:off x="3237190" y="-194399"/>
              <a:ext cx="84629" cy="76318"/>
            </a:xfrm>
            <a:custGeom>
              <a:avLst/>
              <a:gdLst/>
              <a:ahLst/>
              <a:cxnLst/>
              <a:rect l="l" t="t" r="r" b="b"/>
              <a:pathLst>
                <a:path w="947" h="854" extrusionOk="0">
                  <a:moveTo>
                    <a:pt x="218" y="0"/>
                  </a:moveTo>
                  <a:lnTo>
                    <a:pt x="1" y="543"/>
                  </a:lnTo>
                  <a:lnTo>
                    <a:pt x="668" y="853"/>
                  </a:lnTo>
                  <a:lnTo>
                    <a:pt x="947" y="35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9"/>
            <p:cNvSpPr/>
            <p:nvPr/>
          </p:nvSpPr>
          <p:spPr>
            <a:xfrm>
              <a:off x="3137370" y="-313612"/>
              <a:ext cx="70777" cy="81858"/>
            </a:xfrm>
            <a:custGeom>
              <a:avLst/>
              <a:gdLst/>
              <a:ahLst/>
              <a:cxnLst/>
              <a:rect l="l" t="t" r="r" b="b"/>
              <a:pathLst>
                <a:path w="792" h="916" extrusionOk="0">
                  <a:moveTo>
                    <a:pt x="544" y="0"/>
                  </a:moveTo>
                  <a:lnTo>
                    <a:pt x="1" y="233"/>
                  </a:lnTo>
                  <a:lnTo>
                    <a:pt x="249" y="915"/>
                  </a:lnTo>
                  <a:lnTo>
                    <a:pt x="792" y="776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9"/>
            <p:cNvSpPr/>
            <p:nvPr/>
          </p:nvSpPr>
          <p:spPr>
            <a:xfrm>
              <a:off x="3141570" y="-467499"/>
              <a:ext cx="76318" cy="83288"/>
            </a:xfrm>
            <a:custGeom>
              <a:avLst/>
              <a:gdLst/>
              <a:ahLst/>
              <a:cxnLst/>
              <a:rect l="l" t="t" r="r" b="b"/>
              <a:pathLst>
                <a:path w="854" h="932" extrusionOk="0">
                  <a:moveTo>
                    <a:pt x="311" y="1"/>
                  </a:moveTo>
                  <a:lnTo>
                    <a:pt x="0" y="637"/>
                  </a:lnTo>
                  <a:lnTo>
                    <a:pt x="512" y="931"/>
                  </a:lnTo>
                  <a:lnTo>
                    <a:pt x="854" y="218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9"/>
            <p:cNvSpPr/>
            <p:nvPr/>
          </p:nvSpPr>
          <p:spPr>
            <a:xfrm>
              <a:off x="3256582" y="-570001"/>
              <a:ext cx="81858" cy="73547"/>
            </a:xfrm>
            <a:custGeom>
              <a:avLst/>
              <a:gdLst/>
              <a:ahLst/>
              <a:cxnLst/>
              <a:rect l="l" t="t" r="r" b="b"/>
              <a:pathLst>
                <a:path w="916" h="823" extrusionOk="0">
                  <a:moveTo>
                    <a:pt x="683" y="0"/>
                  </a:moveTo>
                  <a:lnTo>
                    <a:pt x="1" y="248"/>
                  </a:lnTo>
                  <a:lnTo>
                    <a:pt x="140" y="822"/>
                  </a:lnTo>
                  <a:lnTo>
                    <a:pt x="916" y="5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9"/>
            <p:cNvSpPr/>
            <p:nvPr/>
          </p:nvSpPr>
          <p:spPr>
            <a:xfrm>
              <a:off x="3409039" y="-564460"/>
              <a:ext cx="83288" cy="76318"/>
            </a:xfrm>
            <a:custGeom>
              <a:avLst/>
              <a:gdLst/>
              <a:ahLst/>
              <a:cxnLst/>
              <a:rect l="l" t="t" r="r" b="b"/>
              <a:pathLst>
                <a:path w="932" h="854" extrusionOk="0">
                  <a:moveTo>
                    <a:pt x="296" y="0"/>
                  </a:moveTo>
                  <a:lnTo>
                    <a:pt x="1" y="496"/>
                  </a:lnTo>
                  <a:lnTo>
                    <a:pt x="714" y="853"/>
                  </a:lnTo>
                  <a:lnTo>
                    <a:pt x="931" y="31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9"/>
            <p:cNvSpPr/>
            <p:nvPr/>
          </p:nvSpPr>
          <p:spPr>
            <a:xfrm>
              <a:off x="3521371" y="-450877"/>
              <a:ext cx="70777" cy="81858"/>
            </a:xfrm>
            <a:custGeom>
              <a:avLst/>
              <a:gdLst/>
              <a:ahLst/>
              <a:cxnLst/>
              <a:rect l="l" t="t" r="r" b="b"/>
              <a:pathLst>
                <a:path w="792" h="916" extrusionOk="0">
                  <a:moveTo>
                    <a:pt x="558" y="1"/>
                  </a:moveTo>
                  <a:lnTo>
                    <a:pt x="0" y="140"/>
                  </a:lnTo>
                  <a:lnTo>
                    <a:pt x="279" y="916"/>
                  </a:lnTo>
                  <a:lnTo>
                    <a:pt x="791" y="683"/>
                  </a:lnTo>
                  <a:lnTo>
                    <a:pt x="5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9"/>
            <p:cNvSpPr/>
            <p:nvPr/>
          </p:nvSpPr>
          <p:spPr>
            <a:xfrm>
              <a:off x="3513060" y="-298420"/>
              <a:ext cx="76318" cy="83288"/>
            </a:xfrm>
            <a:custGeom>
              <a:avLst/>
              <a:gdLst/>
              <a:ahLst/>
              <a:cxnLst/>
              <a:rect l="l" t="t" r="r" b="b"/>
              <a:pathLst>
                <a:path w="854" h="932" extrusionOk="0">
                  <a:moveTo>
                    <a:pt x="341" y="1"/>
                  </a:moveTo>
                  <a:lnTo>
                    <a:pt x="0" y="730"/>
                  </a:lnTo>
                  <a:lnTo>
                    <a:pt x="543" y="931"/>
                  </a:lnTo>
                  <a:lnTo>
                    <a:pt x="853" y="296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9"/>
            <p:cNvSpPr/>
            <p:nvPr/>
          </p:nvSpPr>
          <p:spPr>
            <a:xfrm>
              <a:off x="3393847" y="-184748"/>
              <a:ext cx="80429" cy="72207"/>
            </a:xfrm>
            <a:custGeom>
              <a:avLst/>
              <a:gdLst/>
              <a:ahLst/>
              <a:cxnLst/>
              <a:rect l="l" t="t" r="r" b="b"/>
              <a:pathLst>
                <a:path w="900" h="808" extrusionOk="0">
                  <a:moveTo>
                    <a:pt x="745" y="1"/>
                  </a:moveTo>
                  <a:lnTo>
                    <a:pt x="0" y="264"/>
                  </a:lnTo>
                  <a:lnTo>
                    <a:pt x="233" y="807"/>
                  </a:lnTo>
                  <a:lnTo>
                    <a:pt x="900" y="559"/>
                  </a:lnTo>
                  <a:lnTo>
                    <a:pt x="74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Char char="●"/>
              <a:defRPr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Char char="○"/>
              <a:defRPr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Char char="■"/>
              <a:defRPr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Char char="●"/>
              <a:defRPr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Char char="○"/>
              <a:defRPr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Char char="■"/>
              <a:defRPr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Char char="●"/>
              <a:defRPr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Char char="○"/>
              <a:defRPr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Char char="■"/>
              <a:defRPr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59" r:id="rId3"/>
    <p:sldLayoutId id="2147483660" r:id="rId4"/>
    <p:sldLayoutId id="2147483662" r:id="rId5"/>
    <p:sldLayoutId id="2147483665" r:id="rId6"/>
    <p:sldLayoutId id="2147483674" r:id="rId7"/>
    <p:sldLayoutId id="2147483675" r:id="rId8"/>
  </p:sldLayoutIdLst>
  <p:transition spd="slow">
    <p:push dir="u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3"/>
          <p:cNvSpPr txBox="1">
            <a:spLocks noGrp="1"/>
          </p:cNvSpPr>
          <p:nvPr>
            <p:ph type="subTitle" idx="1"/>
          </p:nvPr>
        </p:nvSpPr>
        <p:spPr>
          <a:xfrm>
            <a:off x="2786550" y="4427646"/>
            <a:ext cx="35709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PRESENTATION</a:t>
            </a:r>
            <a:endParaRPr dirty="0"/>
          </a:p>
        </p:txBody>
      </p:sp>
      <p:grpSp>
        <p:nvGrpSpPr>
          <p:cNvPr id="708" name="Google Shape;708;p33"/>
          <p:cNvGrpSpPr/>
          <p:nvPr/>
        </p:nvGrpSpPr>
        <p:grpSpPr>
          <a:xfrm>
            <a:off x="6458010" y="3902592"/>
            <a:ext cx="300770" cy="54726"/>
            <a:chOff x="4770650" y="685575"/>
            <a:chExt cx="158250" cy="28800"/>
          </a:xfrm>
        </p:grpSpPr>
        <p:sp>
          <p:nvSpPr>
            <p:cNvPr id="709" name="Google Shape;709;p33"/>
            <p:cNvSpPr/>
            <p:nvPr/>
          </p:nvSpPr>
          <p:spPr>
            <a:xfrm>
              <a:off x="4770650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3"/>
            <p:cNvSpPr/>
            <p:nvPr/>
          </p:nvSpPr>
          <p:spPr>
            <a:xfrm>
              <a:off x="4835375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3"/>
            <p:cNvSpPr/>
            <p:nvPr/>
          </p:nvSpPr>
          <p:spPr>
            <a:xfrm>
              <a:off x="4900100" y="685575"/>
              <a:ext cx="28800" cy="28800"/>
            </a:xfrm>
            <a:prstGeom prst="ellipse">
              <a:avLst/>
            </a:prstGeom>
            <a:solidFill>
              <a:srgbClr val="302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3" name="Google Shape;723;p33"/>
          <p:cNvGrpSpPr/>
          <p:nvPr/>
        </p:nvGrpSpPr>
        <p:grpSpPr>
          <a:xfrm>
            <a:off x="5714451" y="4448002"/>
            <a:ext cx="5053091" cy="435777"/>
            <a:chOff x="5896679" y="4472082"/>
            <a:chExt cx="5053091" cy="435777"/>
          </a:xfrm>
        </p:grpSpPr>
        <p:grpSp>
          <p:nvGrpSpPr>
            <p:cNvPr id="724" name="Google Shape;724;p33"/>
            <p:cNvGrpSpPr/>
            <p:nvPr/>
          </p:nvGrpSpPr>
          <p:grpSpPr>
            <a:xfrm rot="-5400000" flipH="1">
              <a:off x="7373411" y="2995351"/>
              <a:ext cx="435777" cy="3389240"/>
              <a:chOff x="4566275" y="2563884"/>
              <a:chExt cx="61675" cy="479675"/>
            </a:xfrm>
          </p:grpSpPr>
          <p:sp>
            <p:nvSpPr>
              <p:cNvPr id="725" name="Google Shape;725;p33"/>
              <p:cNvSpPr/>
              <p:nvPr/>
            </p:nvSpPr>
            <p:spPr>
              <a:xfrm>
                <a:off x="4566275" y="2578634"/>
                <a:ext cx="55075" cy="464925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8597" extrusionOk="0">
                    <a:moveTo>
                      <a:pt x="2094" y="0"/>
                    </a:moveTo>
                    <a:lnTo>
                      <a:pt x="2094" y="8096"/>
                    </a:lnTo>
                    <a:lnTo>
                      <a:pt x="0" y="12005"/>
                    </a:lnTo>
                    <a:lnTo>
                      <a:pt x="0" y="18596"/>
                    </a:lnTo>
                    <a:lnTo>
                      <a:pt x="109" y="18596"/>
                    </a:lnTo>
                    <a:lnTo>
                      <a:pt x="109" y="12051"/>
                    </a:lnTo>
                    <a:lnTo>
                      <a:pt x="2203" y="8112"/>
                    </a:lnTo>
                    <a:lnTo>
                      <a:pt x="22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33"/>
              <p:cNvSpPr/>
              <p:nvPr/>
            </p:nvSpPr>
            <p:spPr>
              <a:xfrm>
                <a:off x="4611650" y="2563884"/>
                <a:ext cx="16300" cy="16325"/>
              </a:xfrm>
              <a:custGeom>
                <a:avLst/>
                <a:gdLst/>
                <a:ahLst/>
                <a:cxnLst/>
                <a:rect l="l" t="t" r="r" b="b"/>
                <a:pathLst>
                  <a:path w="652" h="653" extrusionOk="0">
                    <a:moveTo>
                      <a:pt x="326" y="109"/>
                    </a:moveTo>
                    <a:cubicBezTo>
                      <a:pt x="465" y="109"/>
                      <a:pt x="558" y="202"/>
                      <a:pt x="558" y="342"/>
                    </a:cubicBezTo>
                    <a:cubicBezTo>
                      <a:pt x="558" y="482"/>
                      <a:pt x="465" y="575"/>
                      <a:pt x="326" y="575"/>
                    </a:cubicBezTo>
                    <a:cubicBezTo>
                      <a:pt x="186" y="575"/>
                      <a:pt x="93" y="466"/>
                      <a:pt x="93" y="342"/>
                    </a:cubicBezTo>
                    <a:cubicBezTo>
                      <a:pt x="93" y="202"/>
                      <a:pt x="202" y="109"/>
                      <a:pt x="326" y="109"/>
                    </a:cubicBezTo>
                    <a:close/>
                    <a:moveTo>
                      <a:pt x="326" y="1"/>
                    </a:moveTo>
                    <a:cubicBezTo>
                      <a:pt x="124" y="1"/>
                      <a:pt x="0" y="156"/>
                      <a:pt x="0" y="327"/>
                    </a:cubicBezTo>
                    <a:cubicBezTo>
                      <a:pt x="0" y="513"/>
                      <a:pt x="155" y="652"/>
                      <a:pt x="326" y="652"/>
                    </a:cubicBezTo>
                    <a:cubicBezTo>
                      <a:pt x="496" y="652"/>
                      <a:pt x="651" y="513"/>
                      <a:pt x="651" y="327"/>
                    </a:cubicBezTo>
                    <a:cubicBezTo>
                      <a:pt x="651" y="125"/>
                      <a:pt x="496" y="1"/>
                      <a:pt x="3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7" name="Google Shape;727;p33"/>
            <p:cNvGrpSpPr/>
            <p:nvPr/>
          </p:nvGrpSpPr>
          <p:grpSpPr>
            <a:xfrm rot="-5400000">
              <a:off x="8886321" y="3688564"/>
              <a:ext cx="109695" cy="2328855"/>
              <a:chOff x="4541850" y="2791375"/>
              <a:chExt cx="15525" cy="329600"/>
            </a:xfrm>
          </p:grpSpPr>
          <p:sp>
            <p:nvSpPr>
              <p:cNvPr id="728" name="Google Shape;728;p33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avLst/>
                <a:gdLst/>
                <a:ahLst/>
                <a:cxnLst/>
                <a:rect l="l" t="t" r="r" b="b"/>
                <a:pathLst>
                  <a:path w="94" h="12610" extrusionOk="0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33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621" extrusionOk="0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0" name="Google Shape;730;p33"/>
            <p:cNvGrpSpPr/>
            <p:nvPr/>
          </p:nvGrpSpPr>
          <p:grpSpPr>
            <a:xfrm rot="-5400000">
              <a:off x="9730496" y="3525526"/>
              <a:ext cx="109695" cy="2328855"/>
              <a:chOff x="4541850" y="2791375"/>
              <a:chExt cx="15525" cy="329600"/>
            </a:xfrm>
          </p:grpSpPr>
          <p:sp>
            <p:nvSpPr>
              <p:cNvPr id="731" name="Google Shape;731;p33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avLst/>
                <a:gdLst/>
                <a:ahLst/>
                <a:cxnLst/>
                <a:rect l="l" t="t" r="r" b="b"/>
                <a:pathLst>
                  <a:path w="94" h="12610" extrusionOk="0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33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621" extrusionOk="0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" name="Google Shape;723;p33">
            <a:extLst>
              <a:ext uri="{FF2B5EF4-FFF2-40B4-BE49-F238E27FC236}">
                <a16:creationId xmlns:a16="http://schemas.microsoft.com/office/drawing/2014/main" id="{53C7E601-4656-B329-4D44-2E5FB1426CC5}"/>
              </a:ext>
            </a:extLst>
          </p:cNvPr>
          <p:cNvGrpSpPr/>
          <p:nvPr/>
        </p:nvGrpSpPr>
        <p:grpSpPr>
          <a:xfrm rot="10800000">
            <a:off x="-1453580" y="4412315"/>
            <a:ext cx="5053091" cy="435777"/>
            <a:chOff x="5896679" y="4472082"/>
            <a:chExt cx="5053091" cy="435777"/>
          </a:xfrm>
        </p:grpSpPr>
        <p:grpSp>
          <p:nvGrpSpPr>
            <p:cNvPr id="12" name="Google Shape;724;p33">
              <a:extLst>
                <a:ext uri="{FF2B5EF4-FFF2-40B4-BE49-F238E27FC236}">
                  <a16:creationId xmlns:a16="http://schemas.microsoft.com/office/drawing/2014/main" id="{B08893C3-7E78-B695-3B39-75E06E5E9DDC}"/>
                </a:ext>
              </a:extLst>
            </p:cNvPr>
            <p:cNvGrpSpPr/>
            <p:nvPr/>
          </p:nvGrpSpPr>
          <p:grpSpPr>
            <a:xfrm rot="-5400000" flipH="1">
              <a:off x="7373411" y="2995351"/>
              <a:ext cx="435777" cy="3389240"/>
              <a:chOff x="4566275" y="2563884"/>
              <a:chExt cx="61675" cy="479675"/>
            </a:xfrm>
          </p:grpSpPr>
          <p:sp>
            <p:nvSpPr>
              <p:cNvPr id="19" name="Google Shape;725;p33">
                <a:extLst>
                  <a:ext uri="{FF2B5EF4-FFF2-40B4-BE49-F238E27FC236}">
                    <a16:creationId xmlns:a16="http://schemas.microsoft.com/office/drawing/2014/main" id="{4E966E1F-A960-438A-0127-64F3470ACBD3}"/>
                  </a:ext>
                </a:extLst>
              </p:cNvPr>
              <p:cNvSpPr/>
              <p:nvPr/>
            </p:nvSpPr>
            <p:spPr>
              <a:xfrm>
                <a:off x="4566275" y="2578634"/>
                <a:ext cx="55075" cy="464925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8597" extrusionOk="0">
                    <a:moveTo>
                      <a:pt x="2094" y="0"/>
                    </a:moveTo>
                    <a:lnTo>
                      <a:pt x="2094" y="8096"/>
                    </a:lnTo>
                    <a:lnTo>
                      <a:pt x="0" y="12005"/>
                    </a:lnTo>
                    <a:lnTo>
                      <a:pt x="0" y="18596"/>
                    </a:lnTo>
                    <a:lnTo>
                      <a:pt x="109" y="18596"/>
                    </a:lnTo>
                    <a:lnTo>
                      <a:pt x="109" y="12051"/>
                    </a:lnTo>
                    <a:lnTo>
                      <a:pt x="2203" y="8112"/>
                    </a:lnTo>
                    <a:lnTo>
                      <a:pt x="22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726;p33">
                <a:extLst>
                  <a:ext uri="{FF2B5EF4-FFF2-40B4-BE49-F238E27FC236}">
                    <a16:creationId xmlns:a16="http://schemas.microsoft.com/office/drawing/2014/main" id="{E129362A-4052-22D6-7F62-76F557355FE7}"/>
                  </a:ext>
                </a:extLst>
              </p:cNvPr>
              <p:cNvSpPr/>
              <p:nvPr/>
            </p:nvSpPr>
            <p:spPr>
              <a:xfrm>
                <a:off x="4611650" y="2563884"/>
                <a:ext cx="16300" cy="16325"/>
              </a:xfrm>
              <a:custGeom>
                <a:avLst/>
                <a:gdLst/>
                <a:ahLst/>
                <a:cxnLst/>
                <a:rect l="l" t="t" r="r" b="b"/>
                <a:pathLst>
                  <a:path w="652" h="653" extrusionOk="0">
                    <a:moveTo>
                      <a:pt x="326" y="109"/>
                    </a:moveTo>
                    <a:cubicBezTo>
                      <a:pt x="465" y="109"/>
                      <a:pt x="558" y="202"/>
                      <a:pt x="558" y="342"/>
                    </a:cubicBezTo>
                    <a:cubicBezTo>
                      <a:pt x="558" y="482"/>
                      <a:pt x="465" y="575"/>
                      <a:pt x="326" y="575"/>
                    </a:cubicBezTo>
                    <a:cubicBezTo>
                      <a:pt x="186" y="575"/>
                      <a:pt x="93" y="466"/>
                      <a:pt x="93" y="342"/>
                    </a:cubicBezTo>
                    <a:cubicBezTo>
                      <a:pt x="93" y="202"/>
                      <a:pt x="202" y="109"/>
                      <a:pt x="326" y="109"/>
                    </a:cubicBezTo>
                    <a:close/>
                    <a:moveTo>
                      <a:pt x="326" y="1"/>
                    </a:moveTo>
                    <a:cubicBezTo>
                      <a:pt x="124" y="1"/>
                      <a:pt x="0" y="156"/>
                      <a:pt x="0" y="327"/>
                    </a:cubicBezTo>
                    <a:cubicBezTo>
                      <a:pt x="0" y="513"/>
                      <a:pt x="155" y="652"/>
                      <a:pt x="326" y="652"/>
                    </a:cubicBezTo>
                    <a:cubicBezTo>
                      <a:pt x="496" y="652"/>
                      <a:pt x="651" y="513"/>
                      <a:pt x="651" y="327"/>
                    </a:cubicBezTo>
                    <a:cubicBezTo>
                      <a:pt x="651" y="125"/>
                      <a:pt x="496" y="1"/>
                      <a:pt x="3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" name="Google Shape;727;p33">
              <a:extLst>
                <a:ext uri="{FF2B5EF4-FFF2-40B4-BE49-F238E27FC236}">
                  <a16:creationId xmlns:a16="http://schemas.microsoft.com/office/drawing/2014/main" id="{0615546D-9EB8-709C-B756-22CD2F2E348C}"/>
                </a:ext>
              </a:extLst>
            </p:cNvPr>
            <p:cNvGrpSpPr/>
            <p:nvPr/>
          </p:nvGrpSpPr>
          <p:grpSpPr>
            <a:xfrm rot="-5400000">
              <a:off x="8886321" y="3688564"/>
              <a:ext cx="109695" cy="2328855"/>
              <a:chOff x="4541850" y="2791375"/>
              <a:chExt cx="15525" cy="329600"/>
            </a:xfrm>
          </p:grpSpPr>
          <p:sp>
            <p:nvSpPr>
              <p:cNvPr id="17" name="Google Shape;728;p33">
                <a:extLst>
                  <a:ext uri="{FF2B5EF4-FFF2-40B4-BE49-F238E27FC236}">
                    <a16:creationId xmlns:a16="http://schemas.microsoft.com/office/drawing/2014/main" id="{90993C2C-3C68-DD6F-1DA0-359B2F819215}"/>
                  </a:ext>
                </a:extLst>
              </p:cNvPr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avLst/>
                <a:gdLst/>
                <a:ahLst/>
                <a:cxnLst/>
                <a:rect l="l" t="t" r="r" b="b"/>
                <a:pathLst>
                  <a:path w="94" h="12610" extrusionOk="0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729;p33">
                <a:extLst>
                  <a:ext uri="{FF2B5EF4-FFF2-40B4-BE49-F238E27FC236}">
                    <a16:creationId xmlns:a16="http://schemas.microsoft.com/office/drawing/2014/main" id="{C6F845C2-B06F-BF9F-1D58-C0358BAE35A5}"/>
                  </a:ext>
                </a:extLst>
              </p:cNvPr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621" extrusionOk="0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730;p33">
              <a:extLst>
                <a:ext uri="{FF2B5EF4-FFF2-40B4-BE49-F238E27FC236}">
                  <a16:creationId xmlns:a16="http://schemas.microsoft.com/office/drawing/2014/main" id="{4649E44E-B3DE-0810-451B-96926C14D034}"/>
                </a:ext>
              </a:extLst>
            </p:cNvPr>
            <p:cNvGrpSpPr/>
            <p:nvPr/>
          </p:nvGrpSpPr>
          <p:grpSpPr>
            <a:xfrm rot="-5400000">
              <a:off x="9730496" y="3525526"/>
              <a:ext cx="109695" cy="2328855"/>
              <a:chOff x="4541850" y="2791375"/>
              <a:chExt cx="15525" cy="329600"/>
            </a:xfrm>
          </p:grpSpPr>
          <p:sp>
            <p:nvSpPr>
              <p:cNvPr id="15" name="Google Shape;731;p33">
                <a:extLst>
                  <a:ext uri="{FF2B5EF4-FFF2-40B4-BE49-F238E27FC236}">
                    <a16:creationId xmlns:a16="http://schemas.microsoft.com/office/drawing/2014/main" id="{2FE9ABA9-66D6-07F5-93C5-97D2DA593C1D}"/>
                  </a:ext>
                </a:extLst>
              </p:cNvPr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avLst/>
                <a:gdLst/>
                <a:ahLst/>
                <a:cxnLst/>
                <a:rect l="l" t="t" r="r" b="b"/>
                <a:pathLst>
                  <a:path w="94" h="12610" extrusionOk="0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732;p33">
                <a:extLst>
                  <a:ext uri="{FF2B5EF4-FFF2-40B4-BE49-F238E27FC236}">
                    <a16:creationId xmlns:a16="http://schemas.microsoft.com/office/drawing/2014/main" id="{DA307C7C-E81D-BE5C-600C-C12695B246F1}"/>
                  </a:ext>
                </a:extLst>
              </p:cNvPr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621" extrusionOk="0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52" name="Rectangle 351">
            <a:extLst>
              <a:ext uri="{FF2B5EF4-FFF2-40B4-BE49-F238E27FC236}">
                <a16:creationId xmlns:a16="http://schemas.microsoft.com/office/drawing/2014/main" id="{AE1946E9-E38D-B5F3-B7C4-BE6E8657609C}"/>
              </a:ext>
            </a:extLst>
          </p:cNvPr>
          <p:cNvSpPr/>
          <p:nvPr/>
        </p:nvSpPr>
        <p:spPr>
          <a:xfrm>
            <a:off x="3017764" y="446804"/>
            <a:ext cx="2194070" cy="22175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82D588F2-51BC-D067-BAAA-668BE115D0E5}"/>
              </a:ext>
            </a:extLst>
          </p:cNvPr>
          <p:cNvSpPr/>
          <p:nvPr/>
        </p:nvSpPr>
        <p:spPr>
          <a:xfrm>
            <a:off x="6461158" y="3523538"/>
            <a:ext cx="519175" cy="4337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7C8A5D-6E06-4EC6-BAA9-D19C4769A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804" y="486122"/>
            <a:ext cx="6650392" cy="3912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5"/>
          <p:cNvSpPr txBox="1">
            <a:spLocks noGrp="1"/>
          </p:cNvSpPr>
          <p:nvPr>
            <p:ph type="title"/>
          </p:nvPr>
        </p:nvSpPr>
        <p:spPr>
          <a:xfrm>
            <a:off x="938512" y="1762675"/>
            <a:ext cx="544544" cy="5726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63" name="Google Shape;763;p35"/>
          <p:cNvSpPr txBox="1">
            <a:spLocks noGrp="1"/>
          </p:cNvSpPr>
          <p:nvPr>
            <p:ph type="title" idx="2"/>
          </p:nvPr>
        </p:nvSpPr>
        <p:spPr>
          <a:xfrm>
            <a:off x="4800023" y="1760225"/>
            <a:ext cx="544544" cy="5726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65" name="Google Shape;765;p35"/>
          <p:cNvSpPr txBox="1">
            <a:spLocks noGrp="1"/>
          </p:cNvSpPr>
          <p:nvPr>
            <p:ph type="title" idx="4"/>
          </p:nvPr>
        </p:nvSpPr>
        <p:spPr>
          <a:xfrm>
            <a:off x="938512" y="3175600"/>
            <a:ext cx="544544" cy="5726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67" name="Google Shape;767;p35"/>
          <p:cNvSpPr txBox="1">
            <a:spLocks noGrp="1"/>
          </p:cNvSpPr>
          <p:nvPr>
            <p:ph type="title" idx="6"/>
          </p:nvPr>
        </p:nvSpPr>
        <p:spPr>
          <a:xfrm>
            <a:off x="4800023" y="3175600"/>
            <a:ext cx="544544" cy="5726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69" name="Google Shape;769;p35"/>
          <p:cNvSpPr txBox="1">
            <a:spLocks noGrp="1"/>
          </p:cNvSpPr>
          <p:nvPr>
            <p:ph type="title" idx="8"/>
          </p:nvPr>
        </p:nvSpPr>
        <p:spPr>
          <a:xfrm>
            <a:off x="720000" y="53499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770" name="Google Shape;770;p35"/>
          <p:cNvSpPr txBox="1">
            <a:spLocks noGrp="1"/>
          </p:cNvSpPr>
          <p:nvPr>
            <p:ph type="subTitle" idx="9"/>
          </p:nvPr>
        </p:nvSpPr>
        <p:spPr>
          <a:xfrm>
            <a:off x="1533112" y="1762675"/>
            <a:ext cx="2486439" cy="572699"/>
          </a:xfrm>
          <a:prstGeom prst="rect">
            <a:avLst/>
          </a:prstGeom>
          <a:solidFill>
            <a:srgbClr val="17548B">
              <a:alpha val="3848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OUR TEAM</a:t>
            </a:r>
            <a:endParaRPr dirty="0"/>
          </a:p>
        </p:txBody>
      </p:sp>
      <p:sp>
        <p:nvSpPr>
          <p:cNvPr id="771" name="Google Shape;771;p35"/>
          <p:cNvSpPr txBox="1">
            <a:spLocks noGrp="1"/>
          </p:cNvSpPr>
          <p:nvPr>
            <p:ph type="subTitle" idx="13"/>
          </p:nvPr>
        </p:nvSpPr>
        <p:spPr>
          <a:xfrm>
            <a:off x="5394623" y="1762671"/>
            <a:ext cx="2486439" cy="572699"/>
          </a:xfrm>
          <a:prstGeom prst="rect">
            <a:avLst/>
          </a:prstGeom>
          <a:solidFill>
            <a:srgbClr val="17548B">
              <a:alpha val="3848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OUR GOAL</a:t>
            </a:r>
            <a:endParaRPr dirty="0"/>
          </a:p>
        </p:txBody>
      </p:sp>
      <p:sp>
        <p:nvSpPr>
          <p:cNvPr id="772" name="Google Shape;772;p35"/>
          <p:cNvSpPr txBox="1">
            <a:spLocks noGrp="1"/>
          </p:cNvSpPr>
          <p:nvPr>
            <p:ph type="subTitle" idx="14"/>
          </p:nvPr>
        </p:nvSpPr>
        <p:spPr>
          <a:xfrm>
            <a:off x="1533112" y="3175610"/>
            <a:ext cx="2486439" cy="5726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STAGES OF REALIZATION</a:t>
            </a:r>
            <a:endParaRPr dirty="0"/>
          </a:p>
        </p:txBody>
      </p:sp>
      <p:sp>
        <p:nvSpPr>
          <p:cNvPr id="773" name="Google Shape;773;p35"/>
          <p:cNvSpPr txBox="1">
            <a:spLocks noGrp="1"/>
          </p:cNvSpPr>
          <p:nvPr>
            <p:ph type="subTitle" idx="15"/>
          </p:nvPr>
        </p:nvSpPr>
        <p:spPr>
          <a:xfrm>
            <a:off x="5394623" y="3175600"/>
            <a:ext cx="2486439" cy="5726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USED TECHNOLOGIES</a:t>
            </a:r>
            <a:endParaRPr dirty="0"/>
          </a:p>
        </p:txBody>
      </p:sp>
      <p:grpSp>
        <p:nvGrpSpPr>
          <p:cNvPr id="774" name="Google Shape;774;p35"/>
          <p:cNvGrpSpPr/>
          <p:nvPr/>
        </p:nvGrpSpPr>
        <p:grpSpPr>
          <a:xfrm rot="10800000" flipH="1">
            <a:off x="5909368" y="275305"/>
            <a:ext cx="4210803" cy="931613"/>
            <a:chOff x="6135243" y="509694"/>
            <a:chExt cx="4210803" cy="931613"/>
          </a:xfrm>
          <a:solidFill>
            <a:srgbClr val="17548B"/>
          </a:solidFill>
        </p:grpSpPr>
        <p:sp>
          <p:nvSpPr>
            <p:cNvPr id="775" name="Google Shape;775;p35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avLst/>
              <a:gdLst/>
              <a:ahLst/>
              <a:cxnLst/>
              <a:rect l="l" t="t" r="r" b="b"/>
              <a:pathLst>
                <a:path w="3149" h="15790" extrusionOk="0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5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5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avLst/>
              <a:gdLst/>
              <a:ahLst/>
              <a:cxnLst/>
              <a:rect l="l" t="t" r="r" b="b"/>
              <a:pathLst>
                <a:path w="3165" h="13634" extrusionOk="0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5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5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avLst/>
              <a:gdLst/>
              <a:ahLst/>
              <a:cxnLst/>
              <a:rect l="l" t="t" r="r" b="b"/>
              <a:pathLst>
                <a:path w="94" h="12610" extrusionOk="0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5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avLst/>
              <a:gdLst/>
              <a:ahLst/>
              <a:cxnLst/>
              <a:rect l="l" t="t" r="r" b="b"/>
              <a:pathLst>
                <a:path w="621" h="621" extrusionOk="0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1" name="Google Shape;781;p35"/>
          <p:cNvSpPr/>
          <p:nvPr/>
        </p:nvSpPr>
        <p:spPr>
          <a:xfrm>
            <a:off x="7455506" y="4343931"/>
            <a:ext cx="425556" cy="432527"/>
          </a:xfrm>
          <a:custGeom>
            <a:avLst/>
            <a:gdLst/>
            <a:ahLst/>
            <a:cxnLst/>
            <a:rect l="l" t="t" r="r" b="b"/>
            <a:pathLst>
              <a:path w="4762" h="4840" extrusionOk="0">
                <a:moveTo>
                  <a:pt x="2386" y="1333"/>
                </a:moveTo>
                <a:cubicBezTo>
                  <a:pt x="2559" y="1333"/>
                  <a:pt x="2735" y="1374"/>
                  <a:pt x="2901" y="1459"/>
                </a:cubicBezTo>
                <a:cubicBezTo>
                  <a:pt x="3444" y="1754"/>
                  <a:pt x="3630" y="2405"/>
                  <a:pt x="3351" y="2948"/>
                </a:cubicBezTo>
                <a:cubicBezTo>
                  <a:pt x="3148" y="3321"/>
                  <a:pt x="2776" y="3533"/>
                  <a:pt x="2382" y="3533"/>
                </a:cubicBezTo>
                <a:cubicBezTo>
                  <a:pt x="2204" y="3533"/>
                  <a:pt x="2020" y="3490"/>
                  <a:pt x="1846" y="3398"/>
                </a:cubicBezTo>
                <a:cubicBezTo>
                  <a:pt x="1303" y="3103"/>
                  <a:pt x="1117" y="2452"/>
                  <a:pt x="1412" y="1909"/>
                </a:cubicBezTo>
                <a:cubicBezTo>
                  <a:pt x="1617" y="1542"/>
                  <a:pt x="1993" y="1333"/>
                  <a:pt x="2386" y="1333"/>
                </a:cubicBezTo>
                <a:close/>
                <a:moveTo>
                  <a:pt x="2901" y="1"/>
                </a:moveTo>
                <a:lnTo>
                  <a:pt x="2715" y="373"/>
                </a:lnTo>
                <a:cubicBezTo>
                  <a:pt x="2653" y="466"/>
                  <a:pt x="2529" y="544"/>
                  <a:pt x="2420" y="544"/>
                </a:cubicBezTo>
                <a:lnTo>
                  <a:pt x="2218" y="544"/>
                </a:lnTo>
                <a:cubicBezTo>
                  <a:pt x="2205" y="546"/>
                  <a:pt x="2191" y="547"/>
                  <a:pt x="2178" y="547"/>
                </a:cubicBezTo>
                <a:cubicBezTo>
                  <a:pt x="2080" y="547"/>
                  <a:pt x="1976" y="498"/>
                  <a:pt x="1908" y="389"/>
                </a:cubicBezTo>
                <a:lnTo>
                  <a:pt x="1691" y="48"/>
                </a:lnTo>
                <a:lnTo>
                  <a:pt x="559" y="745"/>
                </a:lnTo>
                <a:lnTo>
                  <a:pt x="776" y="1133"/>
                </a:lnTo>
                <a:cubicBezTo>
                  <a:pt x="822" y="1226"/>
                  <a:pt x="822" y="1366"/>
                  <a:pt x="776" y="1459"/>
                </a:cubicBezTo>
                <a:lnTo>
                  <a:pt x="714" y="1536"/>
                </a:lnTo>
                <a:cubicBezTo>
                  <a:pt x="698" y="1567"/>
                  <a:pt x="667" y="1598"/>
                  <a:pt x="667" y="1630"/>
                </a:cubicBezTo>
                <a:cubicBezTo>
                  <a:pt x="621" y="1754"/>
                  <a:pt x="512" y="1800"/>
                  <a:pt x="404" y="1816"/>
                </a:cubicBezTo>
                <a:lnTo>
                  <a:pt x="0" y="1847"/>
                </a:lnTo>
                <a:lnTo>
                  <a:pt x="32" y="3180"/>
                </a:lnTo>
                <a:lnTo>
                  <a:pt x="435" y="3165"/>
                </a:lnTo>
                <a:cubicBezTo>
                  <a:pt x="559" y="3165"/>
                  <a:pt x="667" y="3211"/>
                  <a:pt x="729" y="3336"/>
                </a:cubicBezTo>
                <a:lnTo>
                  <a:pt x="854" y="3506"/>
                </a:lnTo>
                <a:cubicBezTo>
                  <a:pt x="931" y="3599"/>
                  <a:pt x="931" y="3739"/>
                  <a:pt x="869" y="3832"/>
                </a:cubicBezTo>
                <a:lnTo>
                  <a:pt x="667" y="4204"/>
                </a:lnTo>
                <a:lnTo>
                  <a:pt x="1862" y="4840"/>
                </a:lnTo>
                <a:lnTo>
                  <a:pt x="2048" y="4483"/>
                </a:lnTo>
                <a:cubicBezTo>
                  <a:pt x="2110" y="4375"/>
                  <a:pt x="2218" y="4297"/>
                  <a:pt x="2342" y="4297"/>
                </a:cubicBezTo>
                <a:lnTo>
                  <a:pt x="2529" y="4297"/>
                </a:lnTo>
                <a:cubicBezTo>
                  <a:pt x="2541" y="4296"/>
                  <a:pt x="2554" y="4295"/>
                  <a:pt x="2566" y="4295"/>
                </a:cubicBezTo>
                <a:cubicBezTo>
                  <a:pt x="2674" y="4295"/>
                  <a:pt x="2769" y="4355"/>
                  <a:pt x="2839" y="4452"/>
                </a:cubicBezTo>
                <a:lnTo>
                  <a:pt x="3056" y="4809"/>
                </a:lnTo>
                <a:lnTo>
                  <a:pt x="4204" y="4096"/>
                </a:lnTo>
                <a:lnTo>
                  <a:pt x="3986" y="3739"/>
                </a:lnTo>
                <a:cubicBezTo>
                  <a:pt x="3924" y="3646"/>
                  <a:pt x="3924" y="3506"/>
                  <a:pt x="3986" y="3413"/>
                </a:cubicBezTo>
                <a:lnTo>
                  <a:pt x="4048" y="3336"/>
                </a:lnTo>
                <a:cubicBezTo>
                  <a:pt x="4064" y="3305"/>
                  <a:pt x="4080" y="3274"/>
                  <a:pt x="4080" y="3242"/>
                </a:cubicBezTo>
                <a:cubicBezTo>
                  <a:pt x="4142" y="3118"/>
                  <a:pt x="4235" y="3072"/>
                  <a:pt x="4359" y="3041"/>
                </a:cubicBezTo>
                <a:lnTo>
                  <a:pt x="4762" y="3025"/>
                </a:lnTo>
                <a:lnTo>
                  <a:pt x="4731" y="1692"/>
                </a:lnTo>
                <a:lnTo>
                  <a:pt x="4312" y="1692"/>
                </a:lnTo>
                <a:cubicBezTo>
                  <a:pt x="4204" y="1692"/>
                  <a:pt x="4080" y="1630"/>
                  <a:pt x="4033" y="1521"/>
                </a:cubicBezTo>
                <a:lnTo>
                  <a:pt x="3909" y="1335"/>
                </a:lnTo>
                <a:cubicBezTo>
                  <a:pt x="3831" y="1242"/>
                  <a:pt x="3831" y="1102"/>
                  <a:pt x="3893" y="1009"/>
                </a:cubicBezTo>
                <a:lnTo>
                  <a:pt x="4080" y="637"/>
                </a:lnTo>
                <a:lnTo>
                  <a:pt x="290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82" name="Google Shape;782;p35"/>
          <p:cNvGrpSpPr/>
          <p:nvPr/>
        </p:nvGrpSpPr>
        <p:grpSpPr>
          <a:xfrm rot="-899960">
            <a:off x="8218214" y="3614536"/>
            <a:ext cx="454765" cy="457446"/>
            <a:chOff x="3137370" y="-570001"/>
            <a:chExt cx="454778" cy="457459"/>
          </a:xfrm>
        </p:grpSpPr>
        <p:sp>
          <p:nvSpPr>
            <p:cNvPr id="783" name="Google Shape;783;p35"/>
            <p:cNvSpPr/>
            <p:nvPr/>
          </p:nvSpPr>
          <p:spPr>
            <a:xfrm>
              <a:off x="3154081" y="-531752"/>
              <a:ext cx="429756" cy="377388"/>
            </a:xfrm>
            <a:custGeom>
              <a:avLst/>
              <a:gdLst/>
              <a:ahLst/>
              <a:cxnLst/>
              <a:rect l="l" t="t" r="r" b="b"/>
              <a:pathLst>
                <a:path w="4809" h="4223" extrusionOk="0">
                  <a:moveTo>
                    <a:pt x="2391" y="1246"/>
                  </a:moveTo>
                  <a:cubicBezTo>
                    <a:pt x="2524" y="1246"/>
                    <a:pt x="2660" y="1277"/>
                    <a:pt x="2792" y="1340"/>
                  </a:cubicBezTo>
                  <a:cubicBezTo>
                    <a:pt x="2792" y="1340"/>
                    <a:pt x="2792" y="1340"/>
                    <a:pt x="2792" y="1340"/>
                  </a:cubicBezTo>
                  <a:lnTo>
                    <a:pt x="2792" y="1340"/>
                  </a:lnTo>
                  <a:cubicBezTo>
                    <a:pt x="3226" y="1557"/>
                    <a:pt x="3412" y="2069"/>
                    <a:pt x="3195" y="2519"/>
                  </a:cubicBezTo>
                  <a:cubicBezTo>
                    <a:pt x="3052" y="2837"/>
                    <a:pt x="2746" y="3016"/>
                    <a:pt x="2420" y="3016"/>
                  </a:cubicBezTo>
                  <a:cubicBezTo>
                    <a:pt x="2286" y="3016"/>
                    <a:pt x="2148" y="2985"/>
                    <a:pt x="2016" y="2922"/>
                  </a:cubicBezTo>
                  <a:cubicBezTo>
                    <a:pt x="1567" y="2720"/>
                    <a:pt x="1396" y="2193"/>
                    <a:pt x="1613" y="1743"/>
                  </a:cubicBezTo>
                  <a:cubicBezTo>
                    <a:pt x="1767" y="1425"/>
                    <a:pt x="2068" y="1246"/>
                    <a:pt x="2391" y="1246"/>
                  </a:cubicBezTo>
                  <a:close/>
                  <a:moveTo>
                    <a:pt x="2408" y="1113"/>
                  </a:moveTo>
                  <a:cubicBezTo>
                    <a:pt x="2294" y="1113"/>
                    <a:pt x="2181" y="1133"/>
                    <a:pt x="2075" y="1170"/>
                  </a:cubicBezTo>
                  <a:lnTo>
                    <a:pt x="2075" y="1170"/>
                  </a:lnTo>
                  <a:cubicBezTo>
                    <a:pt x="1824" y="1251"/>
                    <a:pt x="1608" y="1428"/>
                    <a:pt x="1489" y="1681"/>
                  </a:cubicBezTo>
                  <a:cubicBezTo>
                    <a:pt x="1256" y="2193"/>
                    <a:pt x="1458" y="2798"/>
                    <a:pt x="1954" y="3015"/>
                  </a:cubicBezTo>
                  <a:cubicBezTo>
                    <a:pt x="2104" y="3092"/>
                    <a:pt x="2261" y="3128"/>
                    <a:pt x="2415" y="3128"/>
                  </a:cubicBezTo>
                  <a:cubicBezTo>
                    <a:pt x="2419" y="3128"/>
                    <a:pt x="2422" y="3128"/>
                    <a:pt x="2426" y="3128"/>
                  </a:cubicBezTo>
                  <a:lnTo>
                    <a:pt x="2426" y="3128"/>
                  </a:lnTo>
                  <a:cubicBezTo>
                    <a:pt x="2429" y="3128"/>
                    <a:pt x="2433" y="3128"/>
                    <a:pt x="2436" y="3128"/>
                  </a:cubicBezTo>
                  <a:cubicBezTo>
                    <a:pt x="2803" y="3128"/>
                    <a:pt x="3154" y="2917"/>
                    <a:pt x="3319" y="2565"/>
                  </a:cubicBezTo>
                  <a:cubicBezTo>
                    <a:pt x="3457" y="2271"/>
                    <a:pt x="3437" y="1945"/>
                    <a:pt x="3298" y="1673"/>
                  </a:cubicBezTo>
                  <a:lnTo>
                    <a:pt x="3298" y="1673"/>
                  </a:lnTo>
                  <a:cubicBezTo>
                    <a:pt x="3229" y="1531"/>
                    <a:pt x="3128" y="1405"/>
                    <a:pt x="2997" y="1310"/>
                  </a:cubicBezTo>
                  <a:lnTo>
                    <a:pt x="2997" y="1310"/>
                  </a:lnTo>
                  <a:cubicBezTo>
                    <a:pt x="2952" y="1275"/>
                    <a:pt x="2905" y="1244"/>
                    <a:pt x="2854" y="1216"/>
                  </a:cubicBezTo>
                  <a:cubicBezTo>
                    <a:pt x="2709" y="1146"/>
                    <a:pt x="2557" y="1113"/>
                    <a:pt x="2408" y="1113"/>
                  </a:cubicBezTo>
                  <a:close/>
                  <a:moveTo>
                    <a:pt x="2398" y="974"/>
                  </a:moveTo>
                  <a:cubicBezTo>
                    <a:pt x="2571" y="974"/>
                    <a:pt x="2748" y="1012"/>
                    <a:pt x="2916" y="1092"/>
                  </a:cubicBezTo>
                  <a:cubicBezTo>
                    <a:pt x="3490" y="1356"/>
                    <a:pt x="3722" y="2054"/>
                    <a:pt x="3459" y="2643"/>
                  </a:cubicBezTo>
                  <a:cubicBezTo>
                    <a:pt x="3257" y="3057"/>
                    <a:pt x="2837" y="3294"/>
                    <a:pt x="2403" y="3294"/>
                  </a:cubicBezTo>
                  <a:cubicBezTo>
                    <a:pt x="2236" y="3294"/>
                    <a:pt x="2067" y="3259"/>
                    <a:pt x="1908" y="3186"/>
                  </a:cubicBezTo>
                  <a:cubicBezTo>
                    <a:pt x="1318" y="2907"/>
                    <a:pt x="1086" y="2209"/>
                    <a:pt x="1365" y="1635"/>
                  </a:cubicBezTo>
                  <a:cubicBezTo>
                    <a:pt x="1553" y="1213"/>
                    <a:pt x="1964" y="974"/>
                    <a:pt x="2398" y="974"/>
                  </a:cubicBezTo>
                  <a:close/>
                  <a:moveTo>
                    <a:pt x="2415" y="0"/>
                  </a:moveTo>
                  <a:cubicBezTo>
                    <a:pt x="1629" y="0"/>
                    <a:pt x="868" y="429"/>
                    <a:pt x="512" y="1185"/>
                  </a:cubicBezTo>
                  <a:cubicBezTo>
                    <a:pt x="0" y="2224"/>
                    <a:pt x="434" y="3511"/>
                    <a:pt x="1473" y="4008"/>
                  </a:cubicBezTo>
                  <a:cubicBezTo>
                    <a:pt x="1770" y="4154"/>
                    <a:pt x="2086" y="4223"/>
                    <a:pt x="2399" y="4223"/>
                  </a:cubicBezTo>
                  <a:cubicBezTo>
                    <a:pt x="3184" y="4223"/>
                    <a:pt x="3946" y="3789"/>
                    <a:pt x="4312" y="3046"/>
                  </a:cubicBezTo>
                  <a:cubicBezTo>
                    <a:pt x="4808" y="1992"/>
                    <a:pt x="4389" y="735"/>
                    <a:pt x="3335" y="208"/>
                  </a:cubicBezTo>
                  <a:cubicBezTo>
                    <a:pt x="3040" y="67"/>
                    <a:pt x="2726" y="0"/>
                    <a:pt x="24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5"/>
            <p:cNvSpPr/>
            <p:nvPr/>
          </p:nvSpPr>
          <p:spPr>
            <a:xfrm>
              <a:off x="3237190" y="-194399"/>
              <a:ext cx="84629" cy="76318"/>
            </a:xfrm>
            <a:custGeom>
              <a:avLst/>
              <a:gdLst/>
              <a:ahLst/>
              <a:cxnLst/>
              <a:rect l="l" t="t" r="r" b="b"/>
              <a:pathLst>
                <a:path w="947" h="854" extrusionOk="0">
                  <a:moveTo>
                    <a:pt x="218" y="0"/>
                  </a:moveTo>
                  <a:lnTo>
                    <a:pt x="1" y="543"/>
                  </a:lnTo>
                  <a:lnTo>
                    <a:pt x="668" y="853"/>
                  </a:lnTo>
                  <a:lnTo>
                    <a:pt x="947" y="35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5"/>
            <p:cNvSpPr/>
            <p:nvPr/>
          </p:nvSpPr>
          <p:spPr>
            <a:xfrm>
              <a:off x="3137370" y="-313612"/>
              <a:ext cx="70777" cy="81858"/>
            </a:xfrm>
            <a:custGeom>
              <a:avLst/>
              <a:gdLst/>
              <a:ahLst/>
              <a:cxnLst/>
              <a:rect l="l" t="t" r="r" b="b"/>
              <a:pathLst>
                <a:path w="792" h="916" extrusionOk="0">
                  <a:moveTo>
                    <a:pt x="544" y="0"/>
                  </a:moveTo>
                  <a:lnTo>
                    <a:pt x="1" y="233"/>
                  </a:lnTo>
                  <a:lnTo>
                    <a:pt x="249" y="915"/>
                  </a:lnTo>
                  <a:lnTo>
                    <a:pt x="792" y="776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5"/>
            <p:cNvSpPr/>
            <p:nvPr/>
          </p:nvSpPr>
          <p:spPr>
            <a:xfrm>
              <a:off x="3141570" y="-467499"/>
              <a:ext cx="76318" cy="83288"/>
            </a:xfrm>
            <a:custGeom>
              <a:avLst/>
              <a:gdLst/>
              <a:ahLst/>
              <a:cxnLst/>
              <a:rect l="l" t="t" r="r" b="b"/>
              <a:pathLst>
                <a:path w="854" h="932" extrusionOk="0">
                  <a:moveTo>
                    <a:pt x="311" y="1"/>
                  </a:moveTo>
                  <a:lnTo>
                    <a:pt x="0" y="637"/>
                  </a:lnTo>
                  <a:lnTo>
                    <a:pt x="512" y="931"/>
                  </a:lnTo>
                  <a:lnTo>
                    <a:pt x="854" y="218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5"/>
            <p:cNvSpPr/>
            <p:nvPr/>
          </p:nvSpPr>
          <p:spPr>
            <a:xfrm>
              <a:off x="3256582" y="-570001"/>
              <a:ext cx="81858" cy="73547"/>
            </a:xfrm>
            <a:custGeom>
              <a:avLst/>
              <a:gdLst/>
              <a:ahLst/>
              <a:cxnLst/>
              <a:rect l="l" t="t" r="r" b="b"/>
              <a:pathLst>
                <a:path w="916" h="823" extrusionOk="0">
                  <a:moveTo>
                    <a:pt x="683" y="0"/>
                  </a:moveTo>
                  <a:lnTo>
                    <a:pt x="1" y="248"/>
                  </a:lnTo>
                  <a:lnTo>
                    <a:pt x="140" y="822"/>
                  </a:lnTo>
                  <a:lnTo>
                    <a:pt x="916" y="5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5"/>
            <p:cNvSpPr/>
            <p:nvPr/>
          </p:nvSpPr>
          <p:spPr>
            <a:xfrm>
              <a:off x="3409039" y="-564460"/>
              <a:ext cx="83288" cy="76318"/>
            </a:xfrm>
            <a:custGeom>
              <a:avLst/>
              <a:gdLst/>
              <a:ahLst/>
              <a:cxnLst/>
              <a:rect l="l" t="t" r="r" b="b"/>
              <a:pathLst>
                <a:path w="932" h="854" extrusionOk="0">
                  <a:moveTo>
                    <a:pt x="296" y="0"/>
                  </a:moveTo>
                  <a:lnTo>
                    <a:pt x="1" y="496"/>
                  </a:lnTo>
                  <a:lnTo>
                    <a:pt x="714" y="853"/>
                  </a:lnTo>
                  <a:lnTo>
                    <a:pt x="931" y="31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5"/>
            <p:cNvSpPr/>
            <p:nvPr/>
          </p:nvSpPr>
          <p:spPr>
            <a:xfrm>
              <a:off x="3521371" y="-450877"/>
              <a:ext cx="70777" cy="81858"/>
            </a:xfrm>
            <a:custGeom>
              <a:avLst/>
              <a:gdLst/>
              <a:ahLst/>
              <a:cxnLst/>
              <a:rect l="l" t="t" r="r" b="b"/>
              <a:pathLst>
                <a:path w="792" h="916" extrusionOk="0">
                  <a:moveTo>
                    <a:pt x="558" y="1"/>
                  </a:moveTo>
                  <a:lnTo>
                    <a:pt x="0" y="140"/>
                  </a:lnTo>
                  <a:lnTo>
                    <a:pt x="279" y="916"/>
                  </a:lnTo>
                  <a:lnTo>
                    <a:pt x="791" y="683"/>
                  </a:lnTo>
                  <a:lnTo>
                    <a:pt x="5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5"/>
            <p:cNvSpPr/>
            <p:nvPr/>
          </p:nvSpPr>
          <p:spPr>
            <a:xfrm>
              <a:off x="3513060" y="-298420"/>
              <a:ext cx="76318" cy="83288"/>
            </a:xfrm>
            <a:custGeom>
              <a:avLst/>
              <a:gdLst/>
              <a:ahLst/>
              <a:cxnLst/>
              <a:rect l="l" t="t" r="r" b="b"/>
              <a:pathLst>
                <a:path w="854" h="932" extrusionOk="0">
                  <a:moveTo>
                    <a:pt x="341" y="1"/>
                  </a:moveTo>
                  <a:lnTo>
                    <a:pt x="0" y="730"/>
                  </a:lnTo>
                  <a:lnTo>
                    <a:pt x="543" y="931"/>
                  </a:lnTo>
                  <a:lnTo>
                    <a:pt x="853" y="296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5"/>
            <p:cNvSpPr/>
            <p:nvPr/>
          </p:nvSpPr>
          <p:spPr>
            <a:xfrm>
              <a:off x="3393847" y="-184748"/>
              <a:ext cx="80429" cy="72207"/>
            </a:xfrm>
            <a:custGeom>
              <a:avLst/>
              <a:gdLst/>
              <a:ahLst/>
              <a:cxnLst/>
              <a:rect l="l" t="t" r="r" b="b"/>
              <a:pathLst>
                <a:path w="900" h="808" extrusionOk="0">
                  <a:moveTo>
                    <a:pt x="745" y="1"/>
                  </a:moveTo>
                  <a:lnTo>
                    <a:pt x="0" y="264"/>
                  </a:lnTo>
                  <a:lnTo>
                    <a:pt x="233" y="807"/>
                  </a:lnTo>
                  <a:lnTo>
                    <a:pt x="900" y="559"/>
                  </a:lnTo>
                  <a:lnTo>
                    <a:pt x="7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2" name="Google Shape;792;p35"/>
          <p:cNvGrpSpPr/>
          <p:nvPr/>
        </p:nvGrpSpPr>
        <p:grpSpPr>
          <a:xfrm>
            <a:off x="7984623" y="4115930"/>
            <a:ext cx="888556" cy="888556"/>
            <a:chOff x="3601710" y="-660170"/>
            <a:chExt cx="888556" cy="888556"/>
          </a:xfrm>
        </p:grpSpPr>
        <p:sp>
          <p:nvSpPr>
            <p:cNvPr id="793" name="Google Shape;793;p35"/>
            <p:cNvSpPr/>
            <p:nvPr/>
          </p:nvSpPr>
          <p:spPr>
            <a:xfrm>
              <a:off x="3633613" y="-585997"/>
              <a:ext cx="838601" cy="740210"/>
            </a:xfrm>
            <a:custGeom>
              <a:avLst/>
              <a:gdLst/>
              <a:ahLst/>
              <a:cxnLst/>
              <a:rect l="l" t="t" r="r" b="b"/>
              <a:pathLst>
                <a:path w="9384" h="8283" extrusionOk="0">
                  <a:moveTo>
                    <a:pt x="4688" y="2208"/>
                  </a:moveTo>
                  <a:cubicBezTo>
                    <a:pt x="4929" y="2208"/>
                    <a:pt x="5175" y="2253"/>
                    <a:pt x="5413" y="2350"/>
                  </a:cubicBezTo>
                  <a:cubicBezTo>
                    <a:pt x="6406" y="2738"/>
                    <a:pt x="6887" y="3870"/>
                    <a:pt x="6483" y="4878"/>
                  </a:cubicBezTo>
                  <a:cubicBezTo>
                    <a:pt x="6178" y="5618"/>
                    <a:pt x="5455" y="6082"/>
                    <a:pt x="4691" y="6082"/>
                  </a:cubicBezTo>
                  <a:cubicBezTo>
                    <a:pt x="4446" y="6082"/>
                    <a:pt x="4196" y="6035"/>
                    <a:pt x="3955" y="5933"/>
                  </a:cubicBezTo>
                  <a:cubicBezTo>
                    <a:pt x="2978" y="5530"/>
                    <a:pt x="2482" y="4413"/>
                    <a:pt x="2901" y="3421"/>
                  </a:cubicBezTo>
                  <a:cubicBezTo>
                    <a:pt x="3207" y="2666"/>
                    <a:pt x="3925" y="2208"/>
                    <a:pt x="4688" y="2208"/>
                  </a:cubicBezTo>
                  <a:close/>
                  <a:moveTo>
                    <a:pt x="4697" y="0"/>
                  </a:moveTo>
                  <a:cubicBezTo>
                    <a:pt x="3061" y="0"/>
                    <a:pt x="1501" y="970"/>
                    <a:pt x="853" y="2583"/>
                  </a:cubicBezTo>
                  <a:cubicBezTo>
                    <a:pt x="0" y="4692"/>
                    <a:pt x="1009" y="7112"/>
                    <a:pt x="3149" y="7980"/>
                  </a:cubicBezTo>
                  <a:cubicBezTo>
                    <a:pt x="3656" y="8185"/>
                    <a:pt x="4180" y="8283"/>
                    <a:pt x="4696" y="8283"/>
                  </a:cubicBezTo>
                  <a:cubicBezTo>
                    <a:pt x="6326" y="8283"/>
                    <a:pt x="7871" y="7311"/>
                    <a:pt x="8531" y="5685"/>
                  </a:cubicBezTo>
                  <a:cubicBezTo>
                    <a:pt x="9384" y="3576"/>
                    <a:pt x="8376" y="1156"/>
                    <a:pt x="6251" y="303"/>
                  </a:cubicBezTo>
                  <a:cubicBezTo>
                    <a:pt x="5743" y="98"/>
                    <a:pt x="5216" y="0"/>
                    <a:pt x="46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5"/>
            <p:cNvSpPr/>
            <p:nvPr/>
          </p:nvSpPr>
          <p:spPr>
            <a:xfrm>
              <a:off x="3823514" y="85581"/>
              <a:ext cx="162197" cy="142805"/>
            </a:xfrm>
            <a:custGeom>
              <a:avLst/>
              <a:gdLst/>
              <a:ahLst/>
              <a:cxnLst/>
              <a:rect l="l" t="t" r="r" b="b"/>
              <a:pathLst>
                <a:path w="1815" h="1598" extrusionOk="0">
                  <a:moveTo>
                    <a:pt x="341" y="0"/>
                  </a:moveTo>
                  <a:lnTo>
                    <a:pt x="0" y="1086"/>
                  </a:lnTo>
                  <a:lnTo>
                    <a:pt x="1319" y="1598"/>
                  </a:lnTo>
                  <a:lnTo>
                    <a:pt x="1815" y="589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5"/>
            <p:cNvSpPr/>
            <p:nvPr/>
          </p:nvSpPr>
          <p:spPr>
            <a:xfrm>
              <a:off x="3608681" y="-138993"/>
              <a:ext cx="145576" cy="163627"/>
            </a:xfrm>
            <a:custGeom>
              <a:avLst/>
              <a:gdLst/>
              <a:ahLst/>
              <a:cxnLst/>
              <a:rect l="l" t="t" r="r" b="b"/>
              <a:pathLst>
                <a:path w="1629" h="1831" extrusionOk="0">
                  <a:moveTo>
                    <a:pt x="1008" y="0"/>
                  </a:moveTo>
                  <a:lnTo>
                    <a:pt x="0" y="528"/>
                  </a:lnTo>
                  <a:lnTo>
                    <a:pt x="543" y="1831"/>
                  </a:lnTo>
                  <a:lnTo>
                    <a:pt x="1629" y="1458"/>
                  </a:lnTo>
                  <a:lnTo>
                    <a:pt x="10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5"/>
            <p:cNvSpPr/>
            <p:nvPr/>
          </p:nvSpPr>
          <p:spPr>
            <a:xfrm>
              <a:off x="3601710" y="-438366"/>
              <a:ext cx="142895" cy="163627"/>
            </a:xfrm>
            <a:custGeom>
              <a:avLst/>
              <a:gdLst/>
              <a:ahLst/>
              <a:cxnLst/>
              <a:rect l="l" t="t" r="r" b="b"/>
              <a:pathLst>
                <a:path w="1599" h="1831" extrusionOk="0">
                  <a:moveTo>
                    <a:pt x="512" y="0"/>
                  </a:moveTo>
                  <a:lnTo>
                    <a:pt x="1" y="1319"/>
                  </a:lnTo>
                  <a:lnTo>
                    <a:pt x="1009" y="1831"/>
                  </a:lnTo>
                  <a:lnTo>
                    <a:pt x="1598" y="357"/>
                  </a:lnTo>
                  <a:lnTo>
                    <a:pt x="5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5"/>
            <p:cNvSpPr/>
            <p:nvPr/>
          </p:nvSpPr>
          <p:spPr>
            <a:xfrm>
              <a:off x="3805462" y="-653199"/>
              <a:ext cx="163627" cy="144235"/>
            </a:xfrm>
            <a:custGeom>
              <a:avLst/>
              <a:gdLst/>
              <a:ahLst/>
              <a:cxnLst/>
              <a:rect l="l" t="t" r="r" b="b"/>
              <a:pathLst>
                <a:path w="1831" h="1614" extrusionOk="0">
                  <a:moveTo>
                    <a:pt x="1303" y="0"/>
                  </a:moveTo>
                  <a:lnTo>
                    <a:pt x="1" y="543"/>
                  </a:lnTo>
                  <a:lnTo>
                    <a:pt x="373" y="1613"/>
                  </a:lnTo>
                  <a:lnTo>
                    <a:pt x="1831" y="993"/>
                  </a:lnTo>
                  <a:lnTo>
                    <a:pt x="13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5"/>
            <p:cNvSpPr/>
            <p:nvPr/>
          </p:nvSpPr>
          <p:spPr>
            <a:xfrm>
              <a:off x="4104835" y="-660170"/>
              <a:ext cx="163627" cy="144235"/>
            </a:xfrm>
            <a:custGeom>
              <a:avLst/>
              <a:gdLst/>
              <a:ahLst/>
              <a:cxnLst/>
              <a:rect l="l" t="t" r="r" b="b"/>
              <a:pathLst>
                <a:path w="1831" h="1614" extrusionOk="0">
                  <a:moveTo>
                    <a:pt x="512" y="1"/>
                  </a:moveTo>
                  <a:lnTo>
                    <a:pt x="1" y="1009"/>
                  </a:lnTo>
                  <a:lnTo>
                    <a:pt x="1505" y="1614"/>
                  </a:lnTo>
                  <a:lnTo>
                    <a:pt x="1831" y="528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5"/>
            <p:cNvSpPr/>
            <p:nvPr/>
          </p:nvSpPr>
          <p:spPr>
            <a:xfrm>
              <a:off x="4339061" y="-454988"/>
              <a:ext cx="145665" cy="162197"/>
            </a:xfrm>
            <a:custGeom>
              <a:avLst/>
              <a:gdLst/>
              <a:ahLst/>
              <a:cxnLst/>
              <a:rect l="l" t="t" r="r" b="b"/>
              <a:pathLst>
                <a:path w="1630" h="1815" extrusionOk="0">
                  <a:moveTo>
                    <a:pt x="1071" y="0"/>
                  </a:moveTo>
                  <a:lnTo>
                    <a:pt x="1" y="342"/>
                  </a:lnTo>
                  <a:lnTo>
                    <a:pt x="621" y="1815"/>
                  </a:lnTo>
                  <a:lnTo>
                    <a:pt x="1629" y="1288"/>
                  </a:lnTo>
                  <a:lnTo>
                    <a:pt x="10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5"/>
            <p:cNvSpPr/>
            <p:nvPr/>
          </p:nvSpPr>
          <p:spPr>
            <a:xfrm>
              <a:off x="4346031" y="-155615"/>
              <a:ext cx="144235" cy="162197"/>
            </a:xfrm>
            <a:custGeom>
              <a:avLst/>
              <a:gdLst/>
              <a:ahLst/>
              <a:cxnLst/>
              <a:rect l="l" t="t" r="r" b="b"/>
              <a:pathLst>
                <a:path w="1614" h="1815" extrusionOk="0">
                  <a:moveTo>
                    <a:pt x="605" y="0"/>
                  </a:moveTo>
                  <a:lnTo>
                    <a:pt x="0" y="1474"/>
                  </a:lnTo>
                  <a:lnTo>
                    <a:pt x="1086" y="1815"/>
                  </a:lnTo>
                  <a:lnTo>
                    <a:pt x="1613" y="497"/>
                  </a:lnTo>
                  <a:lnTo>
                    <a:pt x="6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5"/>
            <p:cNvSpPr/>
            <p:nvPr/>
          </p:nvSpPr>
          <p:spPr>
            <a:xfrm>
              <a:off x="4122887" y="78611"/>
              <a:ext cx="162197" cy="142805"/>
            </a:xfrm>
            <a:custGeom>
              <a:avLst/>
              <a:gdLst/>
              <a:ahLst/>
              <a:cxnLst/>
              <a:rect l="l" t="t" r="r" b="b"/>
              <a:pathLst>
                <a:path w="1815" h="1598" extrusionOk="0">
                  <a:moveTo>
                    <a:pt x="1474" y="0"/>
                  </a:moveTo>
                  <a:lnTo>
                    <a:pt x="0" y="621"/>
                  </a:lnTo>
                  <a:lnTo>
                    <a:pt x="528" y="1598"/>
                  </a:lnTo>
                  <a:lnTo>
                    <a:pt x="1815" y="1055"/>
                  </a:lnTo>
                  <a:lnTo>
                    <a:pt x="14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5"/>
            <p:cNvSpPr/>
            <p:nvPr/>
          </p:nvSpPr>
          <p:spPr>
            <a:xfrm>
              <a:off x="3928786" y="-339975"/>
              <a:ext cx="231634" cy="249596"/>
            </a:xfrm>
            <a:custGeom>
              <a:avLst/>
              <a:gdLst/>
              <a:ahLst/>
              <a:cxnLst/>
              <a:rect l="l" t="t" r="r" b="b"/>
              <a:pathLst>
                <a:path w="2592" h="2793" extrusionOk="0">
                  <a:moveTo>
                    <a:pt x="1305" y="944"/>
                  </a:moveTo>
                  <a:cubicBezTo>
                    <a:pt x="1361" y="944"/>
                    <a:pt x="1418" y="955"/>
                    <a:pt x="1474" y="978"/>
                  </a:cubicBezTo>
                  <a:cubicBezTo>
                    <a:pt x="1707" y="1071"/>
                    <a:pt x="1816" y="1319"/>
                    <a:pt x="1722" y="1552"/>
                  </a:cubicBezTo>
                  <a:cubicBezTo>
                    <a:pt x="1651" y="1731"/>
                    <a:pt x="1486" y="1846"/>
                    <a:pt x="1308" y="1846"/>
                  </a:cubicBezTo>
                  <a:cubicBezTo>
                    <a:pt x="1255" y="1846"/>
                    <a:pt x="1201" y="1836"/>
                    <a:pt x="1149" y="1815"/>
                  </a:cubicBezTo>
                  <a:cubicBezTo>
                    <a:pt x="900" y="1707"/>
                    <a:pt x="792" y="1459"/>
                    <a:pt x="885" y="1226"/>
                  </a:cubicBezTo>
                  <a:cubicBezTo>
                    <a:pt x="967" y="1050"/>
                    <a:pt x="1130" y="944"/>
                    <a:pt x="1305" y="944"/>
                  </a:cubicBezTo>
                  <a:close/>
                  <a:moveTo>
                    <a:pt x="1474" y="1"/>
                  </a:moveTo>
                  <a:lnTo>
                    <a:pt x="172" y="543"/>
                  </a:lnTo>
                  <a:lnTo>
                    <a:pt x="1" y="1939"/>
                  </a:lnTo>
                  <a:lnTo>
                    <a:pt x="1118" y="2792"/>
                  </a:lnTo>
                  <a:lnTo>
                    <a:pt x="2420" y="2249"/>
                  </a:lnTo>
                  <a:lnTo>
                    <a:pt x="2591" y="854"/>
                  </a:lnTo>
                  <a:lnTo>
                    <a:pt x="14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" name="Google Shape;803;p35">
            <a:extLst>
              <a:ext uri="{FF2B5EF4-FFF2-40B4-BE49-F238E27FC236}">
                <a16:creationId xmlns:a16="http://schemas.microsoft.com/office/drawing/2014/main" id="{74CB46EC-A3A3-DF54-854B-EAB3505B43B5}"/>
              </a:ext>
            </a:extLst>
          </p:cNvPr>
          <p:cNvGrpSpPr/>
          <p:nvPr/>
        </p:nvGrpSpPr>
        <p:grpSpPr>
          <a:xfrm rot="-899960">
            <a:off x="2612999" y="648806"/>
            <a:ext cx="454765" cy="457446"/>
            <a:chOff x="3137370" y="-570001"/>
            <a:chExt cx="454778" cy="457459"/>
          </a:xfrm>
        </p:grpSpPr>
        <p:sp>
          <p:nvSpPr>
            <p:cNvPr id="11" name="Google Shape;804;p35">
              <a:extLst>
                <a:ext uri="{FF2B5EF4-FFF2-40B4-BE49-F238E27FC236}">
                  <a16:creationId xmlns:a16="http://schemas.microsoft.com/office/drawing/2014/main" id="{767BD4F1-5931-CA9A-EB91-74D44D3081E9}"/>
                </a:ext>
              </a:extLst>
            </p:cNvPr>
            <p:cNvSpPr/>
            <p:nvPr/>
          </p:nvSpPr>
          <p:spPr>
            <a:xfrm>
              <a:off x="3154081" y="-531752"/>
              <a:ext cx="429756" cy="377388"/>
            </a:xfrm>
            <a:custGeom>
              <a:avLst/>
              <a:gdLst/>
              <a:ahLst/>
              <a:cxnLst/>
              <a:rect l="l" t="t" r="r" b="b"/>
              <a:pathLst>
                <a:path w="4809" h="4223" extrusionOk="0">
                  <a:moveTo>
                    <a:pt x="2391" y="1246"/>
                  </a:moveTo>
                  <a:cubicBezTo>
                    <a:pt x="2524" y="1246"/>
                    <a:pt x="2660" y="1277"/>
                    <a:pt x="2792" y="1340"/>
                  </a:cubicBezTo>
                  <a:cubicBezTo>
                    <a:pt x="2792" y="1340"/>
                    <a:pt x="2792" y="1340"/>
                    <a:pt x="2792" y="1340"/>
                  </a:cubicBezTo>
                  <a:lnTo>
                    <a:pt x="2792" y="1340"/>
                  </a:lnTo>
                  <a:cubicBezTo>
                    <a:pt x="3226" y="1557"/>
                    <a:pt x="3412" y="2069"/>
                    <a:pt x="3195" y="2519"/>
                  </a:cubicBezTo>
                  <a:cubicBezTo>
                    <a:pt x="3052" y="2837"/>
                    <a:pt x="2746" y="3016"/>
                    <a:pt x="2420" y="3016"/>
                  </a:cubicBezTo>
                  <a:cubicBezTo>
                    <a:pt x="2286" y="3016"/>
                    <a:pt x="2148" y="2985"/>
                    <a:pt x="2016" y="2922"/>
                  </a:cubicBezTo>
                  <a:cubicBezTo>
                    <a:pt x="1567" y="2720"/>
                    <a:pt x="1396" y="2193"/>
                    <a:pt x="1613" y="1743"/>
                  </a:cubicBezTo>
                  <a:cubicBezTo>
                    <a:pt x="1767" y="1425"/>
                    <a:pt x="2068" y="1246"/>
                    <a:pt x="2391" y="1246"/>
                  </a:cubicBezTo>
                  <a:close/>
                  <a:moveTo>
                    <a:pt x="2408" y="1113"/>
                  </a:moveTo>
                  <a:cubicBezTo>
                    <a:pt x="2294" y="1113"/>
                    <a:pt x="2181" y="1133"/>
                    <a:pt x="2075" y="1170"/>
                  </a:cubicBezTo>
                  <a:lnTo>
                    <a:pt x="2075" y="1170"/>
                  </a:lnTo>
                  <a:cubicBezTo>
                    <a:pt x="1824" y="1251"/>
                    <a:pt x="1608" y="1428"/>
                    <a:pt x="1489" y="1681"/>
                  </a:cubicBezTo>
                  <a:cubicBezTo>
                    <a:pt x="1256" y="2193"/>
                    <a:pt x="1458" y="2798"/>
                    <a:pt x="1954" y="3015"/>
                  </a:cubicBezTo>
                  <a:cubicBezTo>
                    <a:pt x="2104" y="3092"/>
                    <a:pt x="2261" y="3128"/>
                    <a:pt x="2415" y="3128"/>
                  </a:cubicBezTo>
                  <a:cubicBezTo>
                    <a:pt x="2419" y="3128"/>
                    <a:pt x="2422" y="3128"/>
                    <a:pt x="2426" y="3128"/>
                  </a:cubicBezTo>
                  <a:lnTo>
                    <a:pt x="2426" y="3128"/>
                  </a:lnTo>
                  <a:cubicBezTo>
                    <a:pt x="2429" y="3128"/>
                    <a:pt x="2433" y="3128"/>
                    <a:pt x="2436" y="3128"/>
                  </a:cubicBezTo>
                  <a:cubicBezTo>
                    <a:pt x="2803" y="3128"/>
                    <a:pt x="3154" y="2917"/>
                    <a:pt x="3319" y="2565"/>
                  </a:cubicBezTo>
                  <a:cubicBezTo>
                    <a:pt x="3457" y="2271"/>
                    <a:pt x="3437" y="1945"/>
                    <a:pt x="3298" y="1673"/>
                  </a:cubicBezTo>
                  <a:lnTo>
                    <a:pt x="3298" y="1673"/>
                  </a:lnTo>
                  <a:cubicBezTo>
                    <a:pt x="3229" y="1531"/>
                    <a:pt x="3128" y="1405"/>
                    <a:pt x="2997" y="1310"/>
                  </a:cubicBezTo>
                  <a:lnTo>
                    <a:pt x="2997" y="1310"/>
                  </a:lnTo>
                  <a:cubicBezTo>
                    <a:pt x="2952" y="1275"/>
                    <a:pt x="2905" y="1244"/>
                    <a:pt x="2854" y="1216"/>
                  </a:cubicBezTo>
                  <a:cubicBezTo>
                    <a:pt x="2709" y="1146"/>
                    <a:pt x="2557" y="1113"/>
                    <a:pt x="2408" y="1113"/>
                  </a:cubicBezTo>
                  <a:close/>
                  <a:moveTo>
                    <a:pt x="2398" y="974"/>
                  </a:moveTo>
                  <a:cubicBezTo>
                    <a:pt x="2571" y="974"/>
                    <a:pt x="2748" y="1012"/>
                    <a:pt x="2916" y="1092"/>
                  </a:cubicBezTo>
                  <a:cubicBezTo>
                    <a:pt x="3490" y="1356"/>
                    <a:pt x="3722" y="2054"/>
                    <a:pt x="3459" y="2643"/>
                  </a:cubicBezTo>
                  <a:cubicBezTo>
                    <a:pt x="3257" y="3057"/>
                    <a:pt x="2837" y="3294"/>
                    <a:pt x="2403" y="3294"/>
                  </a:cubicBezTo>
                  <a:cubicBezTo>
                    <a:pt x="2236" y="3294"/>
                    <a:pt x="2067" y="3259"/>
                    <a:pt x="1908" y="3186"/>
                  </a:cubicBezTo>
                  <a:cubicBezTo>
                    <a:pt x="1318" y="2907"/>
                    <a:pt x="1086" y="2209"/>
                    <a:pt x="1365" y="1635"/>
                  </a:cubicBezTo>
                  <a:cubicBezTo>
                    <a:pt x="1553" y="1213"/>
                    <a:pt x="1964" y="974"/>
                    <a:pt x="2398" y="974"/>
                  </a:cubicBezTo>
                  <a:close/>
                  <a:moveTo>
                    <a:pt x="2415" y="0"/>
                  </a:moveTo>
                  <a:cubicBezTo>
                    <a:pt x="1629" y="0"/>
                    <a:pt x="868" y="429"/>
                    <a:pt x="512" y="1185"/>
                  </a:cubicBezTo>
                  <a:cubicBezTo>
                    <a:pt x="0" y="2224"/>
                    <a:pt x="434" y="3511"/>
                    <a:pt x="1473" y="4008"/>
                  </a:cubicBezTo>
                  <a:cubicBezTo>
                    <a:pt x="1770" y="4154"/>
                    <a:pt x="2086" y="4223"/>
                    <a:pt x="2399" y="4223"/>
                  </a:cubicBezTo>
                  <a:cubicBezTo>
                    <a:pt x="3184" y="4223"/>
                    <a:pt x="3946" y="3789"/>
                    <a:pt x="4312" y="3046"/>
                  </a:cubicBezTo>
                  <a:cubicBezTo>
                    <a:pt x="4808" y="1992"/>
                    <a:pt x="4389" y="735"/>
                    <a:pt x="3335" y="208"/>
                  </a:cubicBezTo>
                  <a:cubicBezTo>
                    <a:pt x="3040" y="67"/>
                    <a:pt x="2726" y="0"/>
                    <a:pt x="24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" name="Google Shape;805;p35">
              <a:extLst>
                <a:ext uri="{FF2B5EF4-FFF2-40B4-BE49-F238E27FC236}">
                  <a16:creationId xmlns:a16="http://schemas.microsoft.com/office/drawing/2014/main" id="{56664F08-558D-E6C8-3004-1130CF0407A0}"/>
                </a:ext>
              </a:extLst>
            </p:cNvPr>
            <p:cNvSpPr/>
            <p:nvPr/>
          </p:nvSpPr>
          <p:spPr>
            <a:xfrm>
              <a:off x="3237190" y="-194399"/>
              <a:ext cx="84629" cy="76318"/>
            </a:xfrm>
            <a:custGeom>
              <a:avLst/>
              <a:gdLst/>
              <a:ahLst/>
              <a:cxnLst/>
              <a:rect l="l" t="t" r="r" b="b"/>
              <a:pathLst>
                <a:path w="947" h="854" extrusionOk="0">
                  <a:moveTo>
                    <a:pt x="218" y="0"/>
                  </a:moveTo>
                  <a:lnTo>
                    <a:pt x="1" y="543"/>
                  </a:lnTo>
                  <a:lnTo>
                    <a:pt x="668" y="853"/>
                  </a:lnTo>
                  <a:lnTo>
                    <a:pt x="947" y="35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06;p35">
              <a:extLst>
                <a:ext uri="{FF2B5EF4-FFF2-40B4-BE49-F238E27FC236}">
                  <a16:creationId xmlns:a16="http://schemas.microsoft.com/office/drawing/2014/main" id="{6A1757C0-76DA-2D34-638E-9C6CA7F67CD7}"/>
                </a:ext>
              </a:extLst>
            </p:cNvPr>
            <p:cNvSpPr/>
            <p:nvPr/>
          </p:nvSpPr>
          <p:spPr>
            <a:xfrm>
              <a:off x="3137370" y="-313612"/>
              <a:ext cx="70777" cy="81858"/>
            </a:xfrm>
            <a:custGeom>
              <a:avLst/>
              <a:gdLst/>
              <a:ahLst/>
              <a:cxnLst/>
              <a:rect l="l" t="t" r="r" b="b"/>
              <a:pathLst>
                <a:path w="792" h="916" extrusionOk="0">
                  <a:moveTo>
                    <a:pt x="544" y="0"/>
                  </a:moveTo>
                  <a:lnTo>
                    <a:pt x="1" y="233"/>
                  </a:lnTo>
                  <a:lnTo>
                    <a:pt x="249" y="915"/>
                  </a:lnTo>
                  <a:lnTo>
                    <a:pt x="792" y="776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07;p35">
              <a:extLst>
                <a:ext uri="{FF2B5EF4-FFF2-40B4-BE49-F238E27FC236}">
                  <a16:creationId xmlns:a16="http://schemas.microsoft.com/office/drawing/2014/main" id="{31D2FBF5-22B8-6C3B-5CF3-0C1582E8EDD5}"/>
                </a:ext>
              </a:extLst>
            </p:cNvPr>
            <p:cNvSpPr/>
            <p:nvPr/>
          </p:nvSpPr>
          <p:spPr>
            <a:xfrm>
              <a:off x="3141570" y="-467499"/>
              <a:ext cx="76318" cy="83288"/>
            </a:xfrm>
            <a:custGeom>
              <a:avLst/>
              <a:gdLst/>
              <a:ahLst/>
              <a:cxnLst/>
              <a:rect l="l" t="t" r="r" b="b"/>
              <a:pathLst>
                <a:path w="854" h="932" extrusionOk="0">
                  <a:moveTo>
                    <a:pt x="311" y="1"/>
                  </a:moveTo>
                  <a:lnTo>
                    <a:pt x="0" y="637"/>
                  </a:lnTo>
                  <a:lnTo>
                    <a:pt x="512" y="931"/>
                  </a:lnTo>
                  <a:lnTo>
                    <a:pt x="854" y="218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08;p35">
              <a:extLst>
                <a:ext uri="{FF2B5EF4-FFF2-40B4-BE49-F238E27FC236}">
                  <a16:creationId xmlns:a16="http://schemas.microsoft.com/office/drawing/2014/main" id="{442A1C53-3961-8AA4-87EA-22757064D45F}"/>
                </a:ext>
              </a:extLst>
            </p:cNvPr>
            <p:cNvSpPr/>
            <p:nvPr/>
          </p:nvSpPr>
          <p:spPr>
            <a:xfrm>
              <a:off x="3256582" y="-570001"/>
              <a:ext cx="81858" cy="73547"/>
            </a:xfrm>
            <a:custGeom>
              <a:avLst/>
              <a:gdLst/>
              <a:ahLst/>
              <a:cxnLst/>
              <a:rect l="l" t="t" r="r" b="b"/>
              <a:pathLst>
                <a:path w="916" h="823" extrusionOk="0">
                  <a:moveTo>
                    <a:pt x="683" y="0"/>
                  </a:moveTo>
                  <a:lnTo>
                    <a:pt x="1" y="248"/>
                  </a:lnTo>
                  <a:lnTo>
                    <a:pt x="140" y="822"/>
                  </a:lnTo>
                  <a:lnTo>
                    <a:pt x="916" y="5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09;p35">
              <a:extLst>
                <a:ext uri="{FF2B5EF4-FFF2-40B4-BE49-F238E27FC236}">
                  <a16:creationId xmlns:a16="http://schemas.microsoft.com/office/drawing/2014/main" id="{2171B04C-530B-F779-9015-8FCC665C6177}"/>
                </a:ext>
              </a:extLst>
            </p:cNvPr>
            <p:cNvSpPr/>
            <p:nvPr/>
          </p:nvSpPr>
          <p:spPr>
            <a:xfrm>
              <a:off x="3409039" y="-564460"/>
              <a:ext cx="83288" cy="76318"/>
            </a:xfrm>
            <a:custGeom>
              <a:avLst/>
              <a:gdLst/>
              <a:ahLst/>
              <a:cxnLst/>
              <a:rect l="l" t="t" r="r" b="b"/>
              <a:pathLst>
                <a:path w="932" h="854" extrusionOk="0">
                  <a:moveTo>
                    <a:pt x="296" y="0"/>
                  </a:moveTo>
                  <a:lnTo>
                    <a:pt x="1" y="496"/>
                  </a:lnTo>
                  <a:lnTo>
                    <a:pt x="714" y="853"/>
                  </a:lnTo>
                  <a:lnTo>
                    <a:pt x="931" y="31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10;p35">
              <a:extLst>
                <a:ext uri="{FF2B5EF4-FFF2-40B4-BE49-F238E27FC236}">
                  <a16:creationId xmlns:a16="http://schemas.microsoft.com/office/drawing/2014/main" id="{0ED28567-516E-51AF-46EC-DDA34E8A9182}"/>
                </a:ext>
              </a:extLst>
            </p:cNvPr>
            <p:cNvSpPr/>
            <p:nvPr/>
          </p:nvSpPr>
          <p:spPr>
            <a:xfrm>
              <a:off x="3521371" y="-450877"/>
              <a:ext cx="70777" cy="81858"/>
            </a:xfrm>
            <a:custGeom>
              <a:avLst/>
              <a:gdLst/>
              <a:ahLst/>
              <a:cxnLst/>
              <a:rect l="l" t="t" r="r" b="b"/>
              <a:pathLst>
                <a:path w="792" h="916" extrusionOk="0">
                  <a:moveTo>
                    <a:pt x="558" y="1"/>
                  </a:moveTo>
                  <a:lnTo>
                    <a:pt x="0" y="140"/>
                  </a:lnTo>
                  <a:lnTo>
                    <a:pt x="279" y="916"/>
                  </a:lnTo>
                  <a:lnTo>
                    <a:pt x="791" y="683"/>
                  </a:lnTo>
                  <a:lnTo>
                    <a:pt x="5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811;p35">
              <a:extLst>
                <a:ext uri="{FF2B5EF4-FFF2-40B4-BE49-F238E27FC236}">
                  <a16:creationId xmlns:a16="http://schemas.microsoft.com/office/drawing/2014/main" id="{298D1A69-2B0C-7719-8879-F3DC8B7D3B2A}"/>
                </a:ext>
              </a:extLst>
            </p:cNvPr>
            <p:cNvSpPr/>
            <p:nvPr/>
          </p:nvSpPr>
          <p:spPr>
            <a:xfrm>
              <a:off x="3513060" y="-298420"/>
              <a:ext cx="76318" cy="83288"/>
            </a:xfrm>
            <a:custGeom>
              <a:avLst/>
              <a:gdLst/>
              <a:ahLst/>
              <a:cxnLst/>
              <a:rect l="l" t="t" r="r" b="b"/>
              <a:pathLst>
                <a:path w="854" h="932" extrusionOk="0">
                  <a:moveTo>
                    <a:pt x="341" y="1"/>
                  </a:moveTo>
                  <a:lnTo>
                    <a:pt x="0" y="730"/>
                  </a:lnTo>
                  <a:lnTo>
                    <a:pt x="543" y="931"/>
                  </a:lnTo>
                  <a:lnTo>
                    <a:pt x="853" y="296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12;p35">
              <a:extLst>
                <a:ext uri="{FF2B5EF4-FFF2-40B4-BE49-F238E27FC236}">
                  <a16:creationId xmlns:a16="http://schemas.microsoft.com/office/drawing/2014/main" id="{B6AD3774-B4C4-5D0A-F289-D98336DD04D9}"/>
                </a:ext>
              </a:extLst>
            </p:cNvPr>
            <p:cNvSpPr/>
            <p:nvPr/>
          </p:nvSpPr>
          <p:spPr>
            <a:xfrm>
              <a:off x="3393847" y="-184748"/>
              <a:ext cx="80429" cy="72207"/>
            </a:xfrm>
            <a:custGeom>
              <a:avLst/>
              <a:gdLst/>
              <a:ahLst/>
              <a:cxnLst/>
              <a:rect l="l" t="t" r="r" b="b"/>
              <a:pathLst>
                <a:path w="900" h="808" extrusionOk="0">
                  <a:moveTo>
                    <a:pt x="745" y="1"/>
                  </a:moveTo>
                  <a:lnTo>
                    <a:pt x="0" y="264"/>
                  </a:lnTo>
                  <a:lnTo>
                    <a:pt x="233" y="807"/>
                  </a:lnTo>
                  <a:lnTo>
                    <a:pt x="900" y="559"/>
                  </a:lnTo>
                  <a:lnTo>
                    <a:pt x="74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803;p35">
            <a:extLst>
              <a:ext uri="{FF2B5EF4-FFF2-40B4-BE49-F238E27FC236}">
                <a16:creationId xmlns:a16="http://schemas.microsoft.com/office/drawing/2014/main" id="{BAA1E759-D9C7-02BA-036E-7BD0177FB154}"/>
              </a:ext>
            </a:extLst>
          </p:cNvPr>
          <p:cNvGrpSpPr/>
          <p:nvPr/>
        </p:nvGrpSpPr>
        <p:grpSpPr>
          <a:xfrm rot="-899960">
            <a:off x="6190679" y="601640"/>
            <a:ext cx="454765" cy="457446"/>
            <a:chOff x="3137370" y="-570001"/>
            <a:chExt cx="454778" cy="457459"/>
          </a:xfrm>
        </p:grpSpPr>
        <p:sp>
          <p:nvSpPr>
            <p:cNvPr id="21" name="Google Shape;804;p35">
              <a:extLst>
                <a:ext uri="{FF2B5EF4-FFF2-40B4-BE49-F238E27FC236}">
                  <a16:creationId xmlns:a16="http://schemas.microsoft.com/office/drawing/2014/main" id="{16017168-F198-EB3A-C50C-4808B969D8DA}"/>
                </a:ext>
              </a:extLst>
            </p:cNvPr>
            <p:cNvSpPr/>
            <p:nvPr/>
          </p:nvSpPr>
          <p:spPr>
            <a:xfrm>
              <a:off x="3154081" y="-531752"/>
              <a:ext cx="429756" cy="377388"/>
            </a:xfrm>
            <a:custGeom>
              <a:avLst/>
              <a:gdLst/>
              <a:ahLst/>
              <a:cxnLst/>
              <a:rect l="l" t="t" r="r" b="b"/>
              <a:pathLst>
                <a:path w="4809" h="4223" extrusionOk="0">
                  <a:moveTo>
                    <a:pt x="2391" y="1246"/>
                  </a:moveTo>
                  <a:cubicBezTo>
                    <a:pt x="2524" y="1246"/>
                    <a:pt x="2660" y="1277"/>
                    <a:pt x="2792" y="1340"/>
                  </a:cubicBezTo>
                  <a:cubicBezTo>
                    <a:pt x="2792" y="1340"/>
                    <a:pt x="2792" y="1340"/>
                    <a:pt x="2792" y="1340"/>
                  </a:cubicBezTo>
                  <a:lnTo>
                    <a:pt x="2792" y="1340"/>
                  </a:lnTo>
                  <a:cubicBezTo>
                    <a:pt x="3226" y="1557"/>
                    <a:pt x="3412" y="2069"/>
                    <a:pt x="3195" y="2519"/>
                  </a:cubicBezTo>
                  <a:cubicBezTo>
                    <a:pt x="3052" y="2837"/>
                    <a:pt x="2746" y="3016"/>
                    <a:pt x="2420" y="3016"/>
                  </a:cubicBezTo>
                  <a:cubicBezTo>
                    <a:pt x="2286" y="3016"/>
                    <a:pt x="2148" y="2985"/>
                    <a:pt x="2016" y="2922"/>
                  </a:cubicBezTo>
                  <a:cubicBezTo>
                    <a:pt x="1567" y="2720"/>
                    <a:pt x="1396" y="2193"/>
                    <a:pt x="1613" y="1743"/>
                  </a:cubicBezTo>
                  <a:cubicBezTo>
                    <a:pt x="1767" y="1425"/>
                    <a:pt x="2068" y="1246"/>
                    <a:pt x="2391" y="1246"/>
                  </a:cubicBezTo>
                  <a:close/>
                  <a:moveTo>
                    <a:pt x="2408" y="1113"/>
                  </a:moveTo>
                  <a:cubicBezTo>
                    <a:pt x="2294" y="1113"/>
                    <a:pt x="2181" y="1133"/>
                    <a:pt x="2075" y="1170"/>
                  </a:cubicBezTo>
                  <a:lnTo>
                    <a:pt x="2075" y="1170"/>
                  </a:lnTo>
                  <a:cubicBezTo>
                    <a:pt x="1824" y="1251"/>
                    <a:pt x="1608" y="1428"/>
                    <a:pt x="1489" y="1681"/>
                  </a:cubicBezTo>
                  <a:cubicBezTo>
                    <a:pt x="1256" y="2193"/>
                    <a:pt x="1458" y="2798"/>
                    <a:pt x="1954" y="3015"/>
                  </a:cubicBezTo>
                  <a:cubicBezTo>
                    <a:pt x="2104" y="3092"/>
                    <a:pt x="2261" y="3128"/>
                    <a:pt x="2415" y="3128"/>
                  </a:cubicBezTo>
                  <a:cubicBezTo>
                    <a:pt x="2419" y="3128"/>
                    <a:pt x="2422" y="3128"/>
                    <a:pt x="2426" y="3128"/>
                  </a:cubicBezTo>
                  <a:lnTo>
                    <a:pt x="2426" y="3128"/>
                  </a:lnTo>
                  <a:cubicBezTo>
                    <a:pt x="2429" y="3128"/>
                    <a:pt x="2433" y="3128"/>
                    <a:pt x="2436" y="3128"/>
                  </a:cubicBezTo>
                  <a:cubicBezTo>
                    <a:pt x="2803" y="3128"/>
                    <a:pt x="3154" y="2917"/>
                    <a:pt x="3319" y="2565"/>
                  </a:cubicBezTo>
                  <a:cubicBezTo>
                    <a:pt x="3457" y="2271"/>
                    <a:pt x="3437" y="1945"/>
                    <a:pt x="3298" y="1673"/>
                  </a:cubicBezTo>
                  <a:lnTo>
                    <a:pt x="3298" y="1673"/>
                  </a:lnTo>
                  <a:cubicBezTo>
                    <a:pt x="3229" y="1531"/>
                    <a:pt x="3128" y="1405"/>
                    <a:pt x="2997" y="1310"/>
                  </a:cubicBezTo>
                  <a:lnTo>
                    <a:pt x="2997" y="1310"/>
                  </a:lnTo>
                  <a:cubicBezTo>
                    <a:pt x="2952" y="1275"/>
                    <a:pt x="2905" y="1244"/>
                    <a:pt x="2854" y="1216"/>
                  </a:cubicBezTo>
                  <a:cubicBezTo>
                    <a:pt x="2709" y="1146"/>
                    <a:pt x="2557" y="1113"/>
                    <a:pt x="2408" y="1113"/>
                  </a:cubicBezTo>
                  <a:close/>
                  <a:moveTo>
                    <a:pt x="2398" y="974"/>
                  </a:moveTo>
                  <a:cubicBezTo>
                    <a:pt x="2571" y="974"/>
                    <a:pt x="2748" y="1012"/>
                    <a:pt x="2916" y="1092"/>
                  </a:cubicBezTo>
                  <a:cubicBezTo>
                    <a:pt x="3490" y="1356"/>
                    <a:pt x="3722" y="2054"/>
                    <a:pt x="3459" y="2643"/>
                  </a:cubicBezTo>
                  <a:cubicBezTo>
                    <a:pt x="3257" y="3057"/>
                    <a:pt x="2837" y="3294"/>
                    <a:pt x="2403" y="3294"/>
                  </a:cubicBezTo>
                  <a:cubicBezTo>
                    <a:pt x="2236" y="3294"/>
                    <a:pt x="2067" y="3259"/>
                    <a:pt x="1908" y="3186"/>
                  </a:cubicBezTo>
                  <a:cubicBezTo>
                    <a:pt x="1318" y="2907"/>
                    <a:pt x="1086" y="2209"/>
                    <a:pt x="1365" y="1635"/>
                  </a:cubicBezTo>
                  <a:cubicBezTo>
                    <a:pt x="1553" y="1213"/>
                    <a:pt x="1964" y="974"/>
                    <a:pt x="2398" y="974"/>
                  </a:cubicBezTo>
                  <a:close/>
                  <a:moveTo>
                    <a:pt x="2415" y="0"/>
                  </a:moveTo>
                  <a:cubicBezTo>
                    <a:pt x="1629" y="0"/>
                    <a:pt x="868" y="429"/>
                    <a:pt x="512" y="1185"/>
                  </a:cubicBezTo>
                  <a:cubicBezTo>
                    <a:pt x="0" y="2224"/>
                    <a:pt x="434" y="3511"/>
                    <a:pt x="1473" y="4008"/>
                  </a:cubicBezTo>
                  <a:cubicBezTo>
                    <a:pt x="1770" y="4154"/>
                    <a:pt x="2086" y="4223"/>
                    <a:pt x="2399" y="4223"/>
                  </a:cubicBezTo>
                  <a:cubicBezTo>
                    <a:pt x="3184" y="4223"/>
                    <a:pt x="3946" y="3789"/>
                    <a:pt x="4312" y="3046"/>
                  </a:cubicBezTo>
                  <a:cubicBezTo>
                    <a:pt x="4808" y="1992"/>
                    <a:pt x="4389" y="735"/>
                    <a:pt x="3335" y="208"/>
                  </a:cubicBezTo>
                  <a:cubicBezTo>
                    <a:pt x="3040" y="67"/>
                    <a:pt x="2726" y="0"/>
                    <a:pt x="24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805;p35">
              <a:extLst>
                <a:ext uri="{FF2B5EF4-FFF2-40B4-BE49-F238E27FC236}">
                  <a16:creationId xmlns:a16="http://schemas.microsoft.com/office/drawing/2014/main" id="{F2B5ED59-A1E3-7669-8494-960CAAE39A91}"/>
                </a:ext>
              </a:extLst>
            </p:cNvPr>
            <p:cNvSpPr/>
            <p:nvPr/>
          </p:nvSpPr>
          <p:spPr>
            <a:xfrm>
              <a:off x="3237190" y="-194399"/>
              <a:ext cx="84629" cy="76318"/>
            </a:xfrm>
            <a:custGeom>
              <a:avLst/>
              <a:gdLst/>
              <a:ahLst/>
              <a:cxnLst/>
              <a:rect l="l" t="t" r="r" b="b"/>
              <a:pathLst>
                <a:path w="947" h="854" extrusionOk="0">
                  <a:moveTo>
                    <a:pt x="218" y="0"/>
                  </a:moveTo>
                  <a:lnTo>
                    <a:pt x="1" y="543"/>
                  </a:lnTo>
                  <a:lnTo>
                    <a:pt x="668" y="853"/>
                  </a:lnTo>
                  <a:lnTo>
                    <a:pt x="947" y="35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06;p35">
              <a:extLst>
                <a:ext uri="{FF2B5EF4-FFF2-40B4-BE49-F238E27FC236}">
                  <a16:creationId xmlns:a16="http://schemas.microsoft.com/office/drawing/2014/main" id="{0D8EEC84-6D6A-8E06-FEEB-C8906E349968}"/>
                </a:ext>
              </a:extLst>
            </p:cNvPr>
            <p:cNvSpPr/>
            <p:nvPr/>
          </p:nvSpPr>
          <p:spPr>
            <a:xfrm>
              <a:off x="3137370" y="-313612"/>
              <a:ext cx="70777" cy="81858"/>
            </a:xfrm>
            <a:custGeom>
              <a:avLst/>
              <a:gdLst/>
              <a:ahLst/>
              <a:cxnLst/>
              <a:rect l="l" t="t" r="r" b="b"/>
              <a:pathLst>
                <a:path w="792" h="916" extrusionOk="0">
                  <a:moveTo>
                    <a:pt x="544" y="0"/>
                  </a:moveTo>
                  <a:lnTo>
                    <a:pt x="1" y="233"/>
                  </a:lnTo>
                  <a:lnTo>
                    <a:pt x="249" y="915"/>
                  </a:lnTo>
                  <a:lnTo>
                    <a:pt x="792" y="776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807;p35">
              <a:extLst>
                <a:ext uri="{FF2B5EF4-FFF2-40B4-BE49-F238E27FC236}">
                  <a16:creationId xmlns:a16="http://schemas.microsoft.com/office/drawing/2014/main" id="{B0CFCC6E-7697-8DFA-5E7B-79FCCF3D0CB0}"/>
                </a:ext>
              </a:extLst>
            </p:cNvPr>
            <p:cNvSpPr/>
            <p:nvPr/>
          </p:nvSpPr>
          <p:spPr>
            <a:xfrm>
              <a:off x="3141570" y="-467499"/>
              <a:ext cx="76318" cy="83288"/>
            </a:xfrm>
            <a:custGeom>
              <a:avLst/>
              <a:gdLst/>
              <a:ahLst/>
              <a:cxnLst/>
              <a:rect l="l" t="t" r="r" b="b"/>
              <a:pathLst>
                <a:path w="854" h="932" extrusionOk="0">
                  <a:moveTo>
                    <a:pt x="311" y="1"/>
                  </a:moveTo>
                  <a:lnTo>
                    <a:pt x="0" y="637"/>
                  </a:lnTo>
                  <a:lnTo>
                    <a:pt x="512" y="931"/>
                  </a:lnTo>
                  <a:lnTo>
                    <a:pt x="854" y="218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08;p35">
              <a:extLst>
                <a:ext uri="{FF2B5EF4-FFF2-40B4-BE49-F238E27FC236}">
                  <a16:creationId xmlns:a16="http://schemas.microsoft.com/office/drawing/2014/main" id="{7AFC1796-F9AC-2CB2-DB11-349EBA710B7F}"/>
                </a:ext>
              </a:extLst>
            </p:cNvPr>
            <p:cNvSpPr/>
            <p:nvPr/>
          </p:nvSpPr>
          <p:spPr>
            <a:xfrm>
              <a:off x="3256582" y="-570001"/>
              <a:ext cx="81858" cy="73547"/>
            </a:xfrm>
            <a:custGeom>
              <a:avLst/>
              <a:gdLst/>
              <a:ahLst/>
              <a:cxnLst/>
              <a:rect l="l" t="t" r="r" b="b"/>
              <a:pathLst>
                <a:path w="916" h="823" extrusionOk="0">
                  <a:moveTo>
                    <a:pt x="683" y="0"/>
                  </a:moveTo>
                  <a:lnTo>
                    <a:pt x="1" y="248"/>
                  </a:lnTo>
                  <a:lnTo>
                    <a:pt x="140" y="822"/>
                  </a:lnTo>
                  <a:lnTo>
                    <a:pt x="916" y="5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09;p35">
              <a:extLst>
                <a:ext uri="{FF2B5EF4-FFF2-40B4-BE49-F238E27FC236}">
                  <a16:creationId xmlns:a16="http://schemas.microsoft.com/office/drawing/2014/main" id="{6AAECFF4-D732-6C7E-AC44-6D3FED8E336F}"/>
                </a:ext>
              </a:extLst>
            </p:cNvPr>
            <p:cNvSpPr/>
            <p:nvPr/>
          </p:nvSpPr>
          <p:spPr>
            <a:xfrm>
              <a:off x="3409039" y="-564460"/>
              <a:ext cx="83288" cy="76318"/>
            </a:xfrm>
            <a:custGeom>
              <a:avLst/>
              <a:gdLst/>
              <a:ahLst/>
              <a:cxnLst/>
              <a:rect l="l" t="t" r="r" b="b"/>
              <a:pathLst>
                <a:path w="932" h="854" extrusionOk="0">
                  <a:moveTo>
                    <a:pt x="296" y="0"/>
                  </a:moveTo>
                  <a:lnTo>
                    <a:pt x="1" y="496"/>
                  </a:lnTo>
                  <a:lnTo>
                    <a:pt x="714" y="853"/>
                  </a:lnTo>
                  <a:lnTo>
                    <a:pt x="931" y="31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10;p35">
              <a:extLst>
                <a:ext uri="{FF2B5EF4-FFF2-40B4-BE49-F238E27FC236}">
                  <a16:creationId xmlns:a16="http://schemas.microsoft.com/office/drawing/2014/main" id="{0E92CCCA-D853-0682-1EC1-0AB7591D4832}"/>
                </a:ext>
              </a:extLst>
            </p:cNvPr>
            <p:cNvSpPr/>
            <p:nvPr/>
          </p:nvSpPr>
          <p:spPr>
            <a:xfrm>
              <a:off x="3521371" y="-450877"/>
              <a:ext cx="70777" cy="81858"/>
            </a:xfrm>
            <a:custGeom>
              <a:avLst/>
              <a:gdLst/>
              <a:ahLst/>
              <a:cxnLst/>
              <a:rect l="l" t="t" r="r" b="b"/>
              <a:pathLst>
                <a:path w="792" h="916" extrusionOk="0">
                  <a:moveTo>
                    <a:pt x="558" y="1"/>
                  </a:moveTo>
                  <a:lnTo>
                    <a:pt x="0" y="140"/>
                  </a:lnTo>
                  <a:lnTo>
                    <a:pt x="279" y="916"/>
                  </a:lnTo>
                  <a:lnTo>
                    <a:pt x="791" y="683"/>
                  </a:lnTo>
                  <a:lnTo>
                    <a:pt x="5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11;p35">
              <a:extLst>
                <a:ext uri="{FF2B5EF4-FFF2-40B4-BE49-F238E27FC236}">
                  <a16:creationId xmlns:a16="http://schemas.microsoft.com/office/drawing/2014/main" id="{1B852589-3A53-A78C-7259-1CA0CED90E50}"/>
                </a:ext>
              </a:extLst>
            </p:cNvPr>
            <p:cNvSpPr/>
            <p:nvPr/>
          </p:nvSpPr>
          <p:spPr>
            <a:xfrm>
              <a:off x="3513060" y="-298420"/>
              <a:ext cx="76318" cy="83288"/>
            </a:xfrm>
            <a:custGeom>
              <a:avLst/>
              <a:gdLst/>
              <a:ahLst/>
              <a:cxnLst/>
              <a:rect l="l" t="t" r="r" b="b"/>
              <a:pathLst>
                <a:path w="854" h="932" extrusionOk="0">
                  <a:moveTo>
                    <a:pt x="341" y="1"/>
                  </a:moveTo>
                  <a:lnTo>
                    <a:pt x="0" y="730"/>
                  </a:lnTo>
                  <a:lnTo>
                    <a:pt x="543" y="931"/>
                  </a:lnTo>
                  <a:lnTo>
                    <a:pt x="853" y="296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12;p35">
              <a:extLst>
                <a:ext uri="{FF2B5EF4-FFF2-40B4-BE49-F238E27FC236}">
                  <a16:creationId xmlns:a16="http://schemas.microsoft.com/office/drawing/2014/main" id="{A6513E33-8C70-C553-7CF7-D47D9863826A}"/>
                </a:ext>
              </a:extLst>
            </p:cNvPr>
            <p:cNvSpPr/>
            <p:nvPr/>
          </p:nvSpPr>
          <p:spPr>
            <a:xfrm>
              <a:off x="3393847" y="-184748"/>
              <a:ext cx="80429" cy="72207"/>
            </a:xfrm>
            <a:custGeom>
              <a:avLst/>
              <a:gdLst/>
              <a:ahLst/>
              <a:cxnLst/>
              <a:rect l="l" t="t" r="r" b="b"/>
              <a:pathLst>
                <a:path w="900" h="808" extrusionOk="0">
                  <a:moveTo>
                    <a:pt x="745" y="1"/>
                  </a:moveTo>
                  <a:lnTo>
                    <a:pt x="0" y="264"/>
                  </a:lnTo>
                  <a:lnTo>
                    <a:pt x="233" y="807"/>
                  </a:lnTo>
                  <a:lnTo>
                    <a:pt x="900" y="559"/>
                  </a:lnTo>
                  <a:lnTo>
                    <a:pt x="74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774;p35">
            <a:extLst>
              <a:ext uri="{FF2B5EF4-FFF2-40B4-BE49-F238E27FC236}">
                <a16:creationId xmlns:a16="http://schemas.microsoft.com/office/drawing/2014/main" id="{0A870B3B-E20A-A328-4C41-C2E13AEEF2A4}"/>
              </a:ext>
            </a:extLst>
          </p:cNvPr>
          <p:cNvGrpSpPr/>
          <p:nvPr/>
        </p:nvGrpSpPr>
        <p:grpSpPr>
          <a:xfrm rot="10800000" flipV="1">
            <a:off x="-601662" y="467138"/>
            <a:ext cx="4210803" cy="897142"/>
            <a:chOff x="6135243" y="509694"/>
            <a:chExt cx="4210803" cy="931613"/>
          </a:xfrm>
          <a:solidFill>
            <a:srgbClr val="17548B"/>
          </a:solidFill>
        </p:grpSpPr>
        <p:sp>
          <p:nvSpPr>
            <p:cNvPr id="31" name="Google Shape;775;p35">
              <a:extLst>
                <a:ext uri="{FF2B5EF4-FFF2-40B4-BE49-F238E27FC236}">
                  <a16:creationId xmlns:a16="http://schemas.microsoft.com/office/drawing/2014/main" id="{4BA92842-25A9-EED5-81E8-42B2565BD230}"/>
                </a:ext>
              </a:extLst>
            </p:cNvPr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avLst/>
              <a:gdLst/>
              <a:ahLst/>
              <a:cxnLst/>
              <a:rect l="l" t="t" r="r" b="b"/>
              <a:pathLst>
                <a:path w="3149" h="15790" extrusionOk="0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76;p35">
              <a:extLst>
                <a:ext uri="{FF2B5EF4-FFF2-40B4-BE49-F238E27FC236}">
                  <a16:creationId xmlns:a16="http://schemas.microsoft.com/office/drawing/2014/main" id="{F14EBF92-B5FF-E5AC-4F33-31404B602BA7}"/>
                </a:ext>
              </a:extLst>
            </p:cNvPr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77;p35">
              <a:extLst>
                <a:ext uri="{FF2B5EF4-FFF2-40B4-BE49-F238E27FC236}">
                  <a16:creationId xmlns:a16="http://schemas.microsoft.com/office/drawing/2014/main" id="{0CBD66C3-BB7B-A039-8EA9-04DBC128BC18}"/>
                </a:ext>
              </a:extLst>
            </p:cNvPr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avLst/>
              <a:gdLst/>
              <a:ahLst/>
              <a:cxnLst/>
              <a:rect l="l" t="t" r="r" b="b"/>
              <a:pathLst>
                <a:path w="3165" h="13634" extrusionOk="0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78;p35">
              <a:extLst>
                <a:ext uri="{FF2B5EF4-FFF2-40B4-BE49-F238E27FC236}">
                  <a16:creationId xmlns:a16="http://schemas.microsoft.com/office/drawing/2014/main" id="{05AEC0F4-410D-649F-C7A5-7E166D144F42}"/>
                </a:ext>
              </a:extLst>
            </p:cNvPr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79;p35">
              <a:extLst>
                <a:ext uri="{FF2B5EF4-FFF2-40B4-BE49-F238E27FC236}">
                  <a16:creationId xmlns:a16="http://schemas.microsoft.com/office/drawing/2014/main" id="{7F150A47-E165-4376-E5BC-10A1F7A0C861}"/>
                </a:ext>
              </a:extLst>
            </p:cNvPr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avLst/>
              <a:gdLst/>
              <a:ahLst/>
              <a:cxnLst/>
              <a:rect l="l" t="t" r="r" b="b"/>
              <a:pathLst>
                <a:path w="94" h="12610" extrusionOk="0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80;p35">
              <a:extLst>
                <a:ext uri="{FF2B5EF4-FFF2-40B4-BE49-F238E27FC236}">
                  <a16:creationId xmlns:a16="http://schemas.microsoft.com/office/drawing/2014/main" id="{0CB7E68C-2A06-30F0-1F96-C00F8B0B2F8F}"/>
                </a:ext>
              </a:extLst>
            </p:cNvPr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avLst/>
              <a:gdLst/>
              <a:ahLst/>
              <a:cxnLst/>
              <a:rect l="l" t="t" r="r" b="b"/>
              <a:pathLst>
                <a:path w="621" h="621" extrusionOk="0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1" name="Rectangle 740">
            <a:extLst>
              <a:ext uri="{FF2B5EF4-FFF2-40B4-BE49-F238E27FC236}">
                <a16:creationId xmlns:a16="http://schemas.microsoft.com/office/drawing/2014/main" id="{A50335A7-02D0-14FE-D831-1104506EF5DC}"/>
              </a:ext>
            </a:extLst>
          </p:cNvPr>
          <p:cNvSpPr/>
          <p:nvPr/>
        </p:nvSpPr>
        <p:spPr>
          <a:xfrm>
            <a:off x="4259080" y="4361530"/>
            <a:ext cx="495158" cy="411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39"/>
          <p:cNvSpPr txBox="1">
            <a:spLocks noGrp="1"/>
          </p:cNvSpPr>
          <p:nvPr>
            <p:ph type="subTitle" idx="1"/>
          </p:nvPr>
        </p:nvSpPr>
        <p:spPr>
          <a:xfrm>
            <a:off x="63834" y="4085508"/>
            <a:ext cx="1666749" cy="410400"/>
          </a:xfrm>
          <a:prstGeom prst="rect">
            <a:avLst/>
          </a:prstGeom>
          <a:solidFill>
            <a:srgbClr val="C6E2C3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Second designer</a:t>
            </a:r>
            <a:endParaRPr sz="2000" dirty="0"/>
          </a:p>
        </p:txBody>
      </p:sp>
      <p:sp>
        <p:nvSpPr>
          <p:cNvPr id="1422" name="Google Shape;1422;p39"/>
          <p:cNvSpPr txBox="1">
            <a:spLocks noGrp="1"/>
          </p:cNvSpPr>
          <p:nvPr>
            <p:ph type="subTitle" idx="3"/>
          </p:nvPr>
        </p:nvSpPr>
        <p:spPr>
          <a:xfrm>
            <a:off x="101610" y="2999002"/>
            <a:ext cx="1659936" cy="8858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Varvara Safonova</a:t>
            </a:r>
            <a:endParaRPr dirty="0"/>
          </a:p>
        </p:txBody>
      </p:sp>
      <p:sp>
        <p:nvSpPr>
          <p:cNvPr id="1425" name="Google Shape;1425;p39"/>
          <p:cNvSpPr txBox="1">
            <a:spLocks noGrp="1"/>
          </p:cNvSpPr>
          <p:nvPr>
            <p:ph type="subTitle" idx="5"/>
          </p:nvPr>
        </p:nvSpPr>
        <p:spPr>
          <a:xfrm>
            <a:off x="3444813" y="4102299"/>
            <a:ext cx="1846657" cy="378965"/>
          </a:xfrm>
          <a:prstGeom prst="rect">
            <a:avLst/>
          </a:prstGeom>
          <a:solidFill>
            <a:srgbClr val="17548B">
              <a:alpha val="5417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BACK-END </a:t>
            </a:r>
            <a:r>
              <a:rPr lang="en" sz="2000" dirty="0"/>
              <a:t>DEVELOPER</a:t>
            </a:r>
            <a:endParaRPr lang="en-US" sz="2000" dirty="0"/>
          </a:p>
        </p:txBody>
      </p:sp>
      <p:grpSp>
        <p:nvGrpSpPr>
          <p:cNvPr id="1456" name="Google Shape;1456;p39"/>
          <p:cNvGrpSpPr/>
          <p:nvPr/>
        </p:nvGrpSpPr>
        <p:grpSpPr>
          <a:xfrm>
            <a:off x="5055297" y="4659233"/>
            <a:ext cx="5253816" cy="1622108"/>
            <a:chOff x="5092229" y="-180802"/>
            <a:chExt cx="5253816" cy="1622108"/>
          </a:xfrm>
        </p:grpSpPr>
        <p:sp>
          <p:nvSpPr>
            <p:cNvPr id="1457" name="Google Shape;1457;p39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avLst/>
              <a:gdLst/>
              <a:ahLst/>
              <a:cxnLst/>
              <a:rect l="l" t="t" r="r" b="b"/>
              <a:pathLst>
                <a:path w="3149" h="15790" extrusionOk="0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39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39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avLst/>
              <a:gdLst/>
              <a:ahLst/>
              <a:cxnLst/>
              <a:rect l="l" t="t" r="r" b="b"/>
              <a:pathLst>
                <a:path w="3165" h="13634" extrusionOk="0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9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39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avLst/>
              <a:gdLst/>
              <a:ahLst/>
              <a:cxnLst/>
              <a:rect l="l" t="t" r="r" b="b"/>
              <a:pathLst>
                <a:path w="94" h="12610" extrusionOk="0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39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avLst/>
              <a:gdLst/>
              <a:ahLst/>
              <a:cxnLst/>
              <a:rect l="l" t="t" r="r" b="b"/>
              <a:pathLst>
                <a:path w="621" h="621" extrusionOk="0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39"/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avLst/>
              <a:gdLst/>
              <a:ahLst/>
              <a:cxnLst/>
              <a:rect l="l" t="t" r="r" b="b"/>
              <a:pathLst>
                <a:path w="2203" h="18597" extrusionOk="0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39"/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avLst/>
              <a:gdLst/>
              <a:ahLst/>
              <a:cxnLst/>
              <a:rect l="l" t="t" r="r" b="b"/>
              <a:pathLst>
                <a:path w="652" h="653" extrusionOk="0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39"/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avLst/>
              <a:gdLst/>
              <a:ahLst/>
              <a:cxnLst/>
              <a:rect l="l" t="t" r="r" b="b"/>
              <a:pathLst>
                <a:path w="2545" h="15154" extrusionOk="0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39"/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avLst/>
              <a:gdLst/>
              <a:ahLst/>
              <a:cxnLst/>
              <a:rect l="l" t="t" r="r" b="b"/>
              <a:pathLst>
                <a:path w="622" h="621" extrusionOk="0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7" name="Google Shape;1477;p39"/>
          <p:cNvSpPr/>
          <p:nvPr/>
        </p:nvSpPr>
        <p:spPr>
          <a:xfrm>
            <a:off x="1210081" y="4804340"/>
            <a:ext cx="425556" cy="432527"/>
          </a:xfrm>
          <a:custGeom>
            <a:avLst/>
            <a:gdLst/>
            <a:ahLst/>
            <a:cxnLst/>
            <a:rect l="l" t="t" r="r" b="b"/>
            <a:pathLst>
              <a:path w="4762" h="4840" extrusionOk="0">
                <a:moveTo>
                  <a:pt x="2386" y="1333"/>
                </a:moveTo>
                <a:cubicBezTo>
                  <a:pt x="2559" y="1333"/>
                  <a:pt x="2735" y="1374"/>
                  <a:pt x="2901" y="1459"/>
                </a:cubicBezTo>
                <a:cubicBezTo>
                  <a:pt x="3444" y="1754"/>
                  <a:pt x="3630" y="2405"/>
                  <a:pt x="3351" y="2948"/>
                </a:cubicBezTo>
                <a:cubicBezTo>
                  <a:pt x="3148" y="3321"/>
                  <a:pt x="2776" y="3533"/>
                  <a:pt x="2382" y="3533"/>
                </a:cubicBezTo>
                <a:cubicBezTo>
                  <a:pt x="2204" y="3533"/>
                  <a:pt x="2020" y="3490"/>
                  <a:pt x="1846" y="3398"/>
                </a:cubicBezTo>
                <a:cubicBezTo>
                  <a:pt x="1303" y="3103"/>
                  <a:pt x="1117" y="2452"/>
                  <a:pt x="1412" y="1909"/>
                </a:cubicBezTo>
                <a:cubicBezTo>
                  <a:pt x="1617" y="1542"/>
                  <a:pt x="1993" y="1333"/>
                  <a:pt x="2386" y="1333"/>
                </a:cubicBezTo>
                <a:close/>
                <a:moveTo>
                  <a:pt x="2901" y="1"/>
                </a:moveTo>
                <a:lnTo>
                  <a:pt x="2715" y="373"/>
                </a:lnTo>
                <a:cubicBezTo>
                  <a:pt x="2653" y="466"/>
                  <a:pt x="2529" y="544"/>
                  <a:pt x="2420" y="544"/>
                </a:cubicBezTo>
                <a:lnTo>
                  <a:pt x="2218" y="544"/>
                </a:lnTo>
                <a:cubicBezTo>
                  <a:pt x="2205" y="546"/>
                  <a:pt x="2191" y="547"/>
                  <a:pt x="2178" y="547"/>
                </a:cubicBezTo>
                <a:cubicBezTo>
                  <a:pt x="2080" y="547"/>
                  <a:pt x="1976" y="498"/>
                  <a:pt x="1908" y="389"/>
                </a:cubicBezTo>
                <a:lnTo>
                  <a:pt x="1691" y="48"/>
                </a:lnTo>
                <a:lnTo>
                  <a:pt x="559" y="745"/>
                </a:lnTo>
                <a:lnTo>
                  <a:pt x="776" y="1133"/>
                </a:lnTo>
                <a:cubicBezTo>
                  <a:pt x="822" y="1226"/>
                  <a:pt x="822" y="1366"/>
                  <a:pt x="776" y="1459"/>
                </a:cubicBezTo>
                <a:lnTo>
                  <a:pt x="714" y="1536"/>
                </a:lnTo>
                <a:cubicBezTo>
                  <a:pt x="698" y="1567"/>
                  <a:pt x="667" y="1598"/>
                  <a:pt x="667" y="1630"/>
                </a:cubicBezTo>
                <a:cubicBezTo>
                  <a:pt x="621" y="1754"/>
                  <a:pt x="512" y="1800"/>
                  <a:pt x="404" y="1816"/>
                </a:cubicBezTo>
                <a:lnTo>
                  <a:pt x="0" y="1847"/>
                </a:lnTo>
                <a:lnTo>
                  <a:pt x="32" y="3180"/>
                </a:lnTo>
                <a:lnTo>
                  <a:pt x="435" y="3165"/>
                </a:lnTo>
                <a:cubicBezTo>
                  <a:pt x="559" y="3165"/>
                  <a:pt x="667" y="3211"/>
                  <a:pt x="729" y="3336"/>
                </a:cubicBezTo>
                <a:lnTo>
                  <a:pt x="854" y="3506"/>
                </a:lnTo>
                <a:cubicBezTo>
                  <a:pt x="931" y="3599"/>
                  <a:pt x="931" y="3739"/>
                  <a:pt x="869" y="3832"/>
                </a:cubicBezTo>
                <a:lnTo>
                  <a:pt x="667" y="4204"/>
                </a:lnTo>
                <a:lnTo>
                  <a:pt x="1862" y="4840"/>
                </a:lnTo>
                <a:lnTo>
                  <a:pt x="2048" y="4483"/>
                </a:lnTo>
                <a:cubicBezTo>
                  <a:pt x="2110" y="4375"/>
                  <a:pt x="2218" y="4297"/>
                  <a:pt x="2342" y="4297"/>
                </a:cubicBezTo>
                <a:lnTo>
                  <a:pt x="2529" y="4297"/>
                </a:lnTo>
                <a:cubicBezTo>
                  <a:pt x="2541" y="4296"/>
                  <a:pt x="2554" y="4295"/>
                  <a:pt x="2566" y="4295"/>
                </a:cubicBezTo>
                <a:cubicBezTo>
                  <a:pt x="2674" y="4295"/>
                  <a:pt x="2769" y="4355"/>
                  <a:pt x="2839" y="4452"/>
                </a:cubicBezTo>
                <a:lnTo>
                  <a:pt x="3056" y="4809"/>
                </a:lnTo>
                <a:lnTo>
                  <a:pt x="4204" y="4096"/>
                </a:lnTo>
                <a:lnTo>
                  <a:pt x="3986" y="3739"/>
                </a:lnTo>
                <a:cubicBezTo>
                  <a:pt x="3924" y="3646"/>
                  <a:pt x="3924" y="3506"/>
                  <a:pt x="3986" y="3413"/>
                </a:cubicBezTo>
                <a:lnTo>
                  <a:pt x="4048" y="3336"/>
                </a:lnTo>
                <a:cubicBezTo>
                  <a:pt x="4064" y="3305"/>
                  <a:pt x="4080" y="3274"/>
                  <a:pt x="4080" y="3242"/>
                </a:cubicBezTo>
                <a:cubicBezTo>
                  <a:pt x="4142" y="3118"/>
                  <a:pt x="4235" y="3072"/>
                  <a:pt x="4359" y="3041"/>
                </a:cubicBezTo>
                <a:lnTo>
                  <a:pt x="4762" y="3025"/>
                </a:lnTo>
                <a:lnTo>
                  <a:pt x="4731" y="1692"/>
                </a:lnTo>
                <a:lnTo>
                  <a:pt x="4312" y="1692"/>
                </a:lnTo>
                <a:cubicBezTo>
                  <a:pt x="4204" y="1692"/>
                  <a:pt x="4080" y="1630"/>
                  <a:pt x="4033" y="1521"/>
                </a:cubicBezTo>
                <a:lnTo>
                  <a:pt x="3909" y="1335"/>
                </a:lnTo>
                <a:cubicBezTo>
                  <a:pt x="3831" y="1242"/>
                  <a:pt x="3831" y="1102"/>
                  <a:pt x="3893" y="1009"/>
                </a:cubicBezTo>
                <a:lnTo>
                  <a:pt x="4080" y="637"/>
                </a:lnTo>
                <a:lnTo>
                  <a:pt x="290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78" name="Google Shape;1478;p39"/>
          <p:cNvGrpSpPr/>
          <p:nvPr/>
        </p:nvGrpSpPr>
        <p:grpSpPr>
          <a:xfrm>
            <a:off x="-178549" y="4653134"/>
            <a:ext cx="888556" cy="888556"/>
            <a:chOff x="3601710" y="-660170"/>
            <a:chExt cx="888556" cy="888556"/>
          </a:xfrm>
        </p:grpSpPr>
        <p:sp>
          <p:nvSpPr>
            <p:cNvPr id="1479" name="Google Shape;1479;p39"/>
            <p:cNvSpPr/>
            <p:nvPr/>
          </p:nvSpPr>
          <p:spPr>
            <a:xfrm>
              <a:off x="3633613" y="-585997"/>
              <a:ext cx="838601" cy="740210"/>
            </a:xfrm>
            <a:custGeom>
              <a:avLst/>
              <a:gdLst/>
              <a:ahLst/>
              <a:cxnLst/>
              <a:rect l="l" t="t" r="r" b="b"/>
              <a:pathLst>
                <a:path w="9384" h="8283" extrusionOk="0">
                  <a:moveTo>
                    <a:pt x="4688" y="2208"/>
                  </a:moveTo>
                  <a:cubicBezTo>
                    <a:pt x="4929" y="2208"/>
                    <a:pt x="5175" y="2253"/>
                    <a:pt x="5413" y="2350"/>
                  </a:cubicBezTo>
                  <a:cubicBezTo>
                    <a:pt x="6406" y="2738"/>
                    <a:pt x="6887" y="3870"/>
                    <a:pt x="6483" y="4878"/>
                  </a:cubicBezTo>
                  <a:cubicBezTo>
                    <a:pt x="6178" y="5618"/>
                    <a:pt x="5455" y="6082"/>
                    <a:pt x="4691" y="6082"/>
                  </a:cubicBezTo>
                  <a:cubicBezTo>
                    <a:pt x="4446" y="6082"/>
                    <a:pt x="4196" y="6035"/>
                    <a:pt x="3955" y="5933"/>
                  </a:cubicBezTo>
                  <a:cubicBezTo>
                    <a:pt x="2978" y="5530"/>
                    <a:pt x="2482" y="4413"/>
                    <a:pt x="2901" y="3421"/>
                  </a:cubicBezTo>
                  <a:cubicBezTo>
                    <a:pt x="3207" y="2666"/>
                    <a:pt x="3925" y="2208"/>
                    <a:pt x="4688" y="2208"/>
                  </a:cubicBezTo>
                  <a:close/>
                  <a:moveTo>
                    <a:pt x="4697" y="0"/>
                  </a:moveTo>
                  <a:cubicBezTo>
                    <a:pt x="3061" y="0"/>
                    <a:pt x="1501" y="970"/>
                    <a:pt x="853" y="2583"/>
                  </a:cubicBezTo>
                  <a:cubicBezTo>
                    <a:pt x="0" y="4692"/>
                    <a:pt x="1009" y="7112"/>
                    <a:pt x="3149" y="7980"/>
                  </a:cubicBezTo>
                  <a:cubicBezTo>
                    <a:pt x="3656" y="8185"/>
                    <a:pt x="4180" y="8283"/>
                    <a:pt x="4696" y="8283"/>
                  </a:cubicBezTo>
                  <a:cubicBezTo>
                    <a:pt x="6326" y="8283"/>
                    <a:pt x="7871" y="7311"/>
                    <a:pt x="8531" y="5685"/>
                  </a:cubicBezTo>
                  <a:cubicBezTo>
                    <a:pt x="9384" y="3576"/>
                    <a:pt x="8376" y="1156"/>
                    <a:pt x="6251" y="303"/>
                  </a:cubicBezTo>
                  <a:cubicBezTo>
                    <a:pt x="5743" y="98"/>
                    <a:pt x="5216" y="0"/>
                    <a:pt x="46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9"/>
            <p:cNvSpPr/>
            <p:nvPr/>
          </p:nvSpPr>
          <p:spPr>
            <a:xfrm>
              <a:off x="3823514" y="85581"/>
              <a:ext cx="162197" cy="142805"/>
            </a:xfrm>
            <a:custGeom>
              <a:avLst/>
              <a:gdLst/>
              <a:ahLst/>
              <a:cxnLst/>
              <a:rect l="l" t="t" r="r" b="b"/>
              <a:pathLst>
                <a:path w="1815" h="1598" extrusionOk="0">
                  <a:moveTo>
                    <a:pt x="341" y="0"/>
                  </a:moveTo>
                  <a:lnTo>
                    <a:pt x="0" y="1086"/>
                  </a:lnTo>
                  <a:lnTo>
                    <a:pt x="1319" y="1598"/>
                  </a:lnTo>
                  <a:lnTo>
                    <a:pt x="1815" y="589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39"/>
            <p:cNvSpPr/>
            <p:nvPr/>
          </p:nvSpPr>
          <p:spPr>
            <a:xfrm>
              <a:off x="3608681" y="-138993"/>
              <a:ext cx="145576" cy="163627"/>
            </a:xfrm>
            <a:custGeom>
              <a:avLst/>
              <a:gdLst/>
              <a:ahLst/>
              <a:cxnLst/>
              <a:rect l="l" t="t" r="r" b="b"/>
              <a:pathLst>
                <a:path w="1629" h="1831" extrusionOk="0">
                  <a:moveTo>
                    <a:pt x="1008" y="0"/>
                  </a:moveTo>
                  <a:lnTo>
                    <a:pt x="0" y="528"/>
                  </a:lnTo>
                  <a:lnTo>
                    <a:pt x="543" y="1831"/>
                  </a:lnTo>
                  <a:lnTo>
                    <a:pt x="1629" y="1458"/>
                  </a:lnTo>
                  <a:lnTo>
                    <a:pt x="10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39"/>
            <p:cNvSpPr/>
            <p:nvPr/>
          </p:nvSpPr>
          <p:spPr>
            <a:xfrm>
              <a:off x="3601710" y="-438366"/>
              <a:ext cx="142895" cy="163627"/>
            </a:xfrm>
            <a:custGeom>
              <a:avLst/>
              <a:gdLst/>
              <a:ahLst/>
              <a:cxnLst/>
              <a:rect l="l" t="t" r="r" b="b"/>
              <a:pathLst>
                <a:path w="1599" h="1831" extrusionOk="0">
                  <a:moveTo>
                    <a:pt x="512" y="0"/>
                  </a:moveTo>
                  <a:lnTo>
                    <a:pt x="1" y="1319"/>
                  </a:lnTo>
                  <a:lnTo>
                    <a:pt x="1009" y="1831"/>
                  </a:lnTo>
                  <a:lnTo>
                    <a:pt x="1598" y="357"/>
                  </a:lnTo>
                  <a:lnTo>
                    <a:pt x="5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39"/>
            <p:cNvSpPr/>
            <p:nvPr/>
          </p:nvSpPr>
          <p:spPr>
            <a:xfrm>
              <a:off x="3805462" y="-653199"/>
              <a:ext cx="163627" cy="144235"/>
            </a:xfrm>
            <a:custGeom>
              <a:avLst/>
              <a:gdLst/>
              <a:ahLst/>
              <a:cxnLst/>
              <a:rect l="l" t="t" r="r" b="b"/>
              <a:pathLst>
                <a:path w="1831" h="1614" extrusionOk="0">
                  <a:moveTo>
                    <a:pt x="1303" y="0"/>
                  </a:moveTo>
                  <a:lnTo>
                    <a:pt x="1" y="543"/>
                  </a:lnTo>
                  <a:lnTo>
                    <a:pt x="373" y="1613"/>
                  </a:lnTo>
                  <a:lnTo>
                    <a:pt x="1831" y="993"/>
                  </a:lnTo>
                  <a:lnTo>
                    <a:pt x="13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9"/>
            <p:cNvSpPr/>
            <p:nvPr/>
          </p:nvSpPr>
          <p:spPr>
            <a:xfrm>
              <a:off x="4104835" y="-660170"/>
              <a:ext cx="163627" cy="144235"/>
            </a:xfrm>
            <a:custGeom>
              <a:avLst/>
              <a:gdLst/>
              <a:ahLst/>
              <a:cxnLst/>
              <a:rect l="l" t="t" r="r" b="b"/>
              <a:pathLst>
                <a:path w="1831" h="1614" extrusionOk="0">
                  <a:moveTo>
                    <a:pt x="512" y="1"/>
                  </a:moveTo>
                  <a:lnTo>
                    <a:pt x="1" y="1009"/>
                  </a:lnTo>
                  <a:lnTo>
                    <a:pt x="1505" y="1614"/>
                  </a:lnTo>
                  <a:lnTo>
                    <a:pt x="1831" y="528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9"/>
            <p:cNvSpPr/>
            <p:nvPr/>
          </p:nvSpPr>
          <p:spPr>
            <a:xfrm>
              <a:off x="4339061" y="-454988"/>
              <a:ext cx="145665" cy="162197"/>
            </a:xfrm>
            <a:custGeom>
              <a:avLst/>
              <a:gdLst/>
              <a:ahLst/>
              <a:cxnLst/>
              <a:rect l="l" t="t" r="r" b="b"/>
              <a:pathLst>
                <a:path w="1630" h="1815" extrusionOk="0">
                  <a:moveTo>
                    <a:pt x="1071" y="0"/>
                  </a:moveTo>
                  <a:lnTo>
                    <a:pt x="1" y="342"/>
                  </a:lnTo>
                  <a:lnTo>
                    <a:pt x="621" y="1815"/>
                  </a:lnTo>
                  <a:lnTo>
                    <a:pt x="1629" y="1288"/>
                  </a:lnTo>
                  <a:lnTo>
                    <a:pt x="10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9"/>
            <p:cNvSpPr/>
            <p:nvPr/>
          </p:nvSpPr>
          <p:spPr>
            <a:xfrm>
              <a:off x="4346031" y="-155615"/>
              <a:ext cx="144235" cy="162197"/>
            </a:xfrm>
            <a:custGeom>
              <a:avLst/>
              <a:gdLst/>
              <a:ahLst/>
              <a:cxnLst/>
              <a:rect l="l" t="t" r="r" b="b"/>
              <a:pathLst>
                <a:path w="1614" h="1815" extrusionOk="0">
                  <a:moveTo>
                    <a:pt x="605" y="0"/>
                  </a:moveTo>
                  <a:lnTo>
                    <a:pt x="0" y="1474"/>
                  </a:lnTo>
                  <a:lnTo>
                    <a:pt x="1086" y="1815"/>
                  </a:lnTo>
                  <a:lnTo>
                    <a:pt x="1613" y="497"/>
                  </a:lnTo>
                  <a:lnTo>
                    <a:pt x="6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9"/>
            <p:cNvSpPr/>
            <p:nvPr/>
          </p:nvSpPr>
          <p:spPr>
            <a:xfrm>
              <a:off x="4122887" y="78611"/>
              <a:ext cx="162197" cy="142805"/>
            </a:xfrm>
            <a:custGeom>
              <a:avLst/>
              <a:gdLst/>
              <a:ahLst/>
              <a:cxnLst/>
              <a:rect l="l" t="t" r="r" b="b"/>
              <a:pathLst>
                <a:path w="1815" h="1598" extrusionOk="0">
                  <a:moveTo>
                    <a:pt x="1474" y="0"/>
                  </a:moveTo>
                  <a:lnTo>
                    <a:pt x="0" y="621"/>
                  </a:lnTo>
                  <a:lnTo>
                    <a:pt x="528" y="1598"/>
                  </a:lnTo>
                  <a:lnTo>
                    <a:pt x="1815" y="1055"/>
                  </a:lnTo>
                  <a:lnTo>
                    <a:pt x="14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9"/>
            <p:cNvSpPr/>
            <p:nvPr/>
          </p:nvSpPr>
          <p:spPr>
            <a:xfrm>
              <a:off x="3928786" y="-339975"/>
              <a:ext cx="231634" cy="249596"/>
            </a:xfrm>
            <a:custGeom>
              <a:avLst/>
              <a:gdLst/>
              <a:ahLst/>
              <a:cxnLst/>
              <a:rect l="l" t="t" r="r" b="b"/>
              <a:pathLst>
                <a:path w="2592" h="2793" extrusionOk="0">
                  <a:moveTo>
                    <a:pt x="1305" y="944"/>
                  </a:moveTo>
                  <a:cubicBezTo>
                    <a:pt x="1361" y="944"/>
                    <a:pt x="1418" y="955"/>
                    <a:pt x="1474" y="978"/>
                  </a:cubicBezTo>
                  <a:cubicBezTo>
                    <a:pt x="1707" y="1071"/>
                    <a:pt x="1816" y="1319"/>
                    <a:pt x="1722" y="1552"/>
                  </a:cubicBezTo>
                  <a:cubicBezTo>
                    <a:pt x="1651" y="1731"/>
                    <a:pt x="1486" y="1846"/>
                    <a:pt x="1308" y="1846"/>
                  </a:cubicBezTo>
                  <a:cubicBezTo>
                    <a:pt x="1255" y="1846"/>
                    <a:pt x="1201" y="1836"/>
                    <a:pt x="1149" y="1815"/>
                  </a:cubicBezTo>
                  <a:cubicBezTo>
                    <a:pt x="900" y="1707"/>
                    <a:pt x="792" y="1459"/>
                    <a:pt x="885" y="1226"/>
                  </a:cubicBezTo>
                  <a:cubicBezTo>
                    <a:pt x="967" y="1050"/>
                    <a:pt x="1130" y="944"/>
                    <a:pt x="1305" y="944"/>
                  </a:cubicBezTo>
                  <a:close/>
                  <a:moveTo>
                    <a:pt x="1474" y="1"/>
                  </a:moveTo>
                  <a:lnTo>
                    <a:pt x="172" y="543"/>
                  </a:lnTo>
                  <a:lnTo>
                    <a:pt x="1" y="1939"/>
                  </a:lnTo>
                  <a:lnTo>
                    <a:pt x="1118" y="2792"/>
                  </a:lnTo>
                  <a:lnTo>
                    <a:pt x="2420" y="2249"/>
                  </a:lnTo>
                  <a:lnTo>
                    <a:pt x="2591" y="854"/>
                  </a:lnTo>
                  <a:lnTo>
                    <a:pt x="14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2E9A22F9-C19F-E288-241A-DFBDD82C5FD6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576421" y="2431891"/>
            <a:ext cx="1989088" cy="583000"/>
          </a:xfrm>
        </p:spPr>
        <p:txBody>
          <a:bodyPr/>
          <a:lstStyle/>
          <a:p>
            <a:r>
              <a:rPr lang="en-US" dirty="0"/>
              <a:t>Elizaveta Furnika</a:t>
            </a:r>
            <a:endParaRPr lang="bg-BG" dirty="0"/>
          </a:p>
        </p:txBody>
      </p:sp>
      <p:sp>
        <p:nvSpPr>
          <p:cNvPr id="8" name="Google Shape;1420;p39">
            <a:extLst>
              <a:ext uri="{FF2B5EF4-FFF2-40B4-BE49-F238E27FC236}">
                <a16:creationId xmlns:a16="http://schemas.microsoft.com/office/drawing/2014/main" id="{6D1DD862-E60C-0582-87B5-79B9DD5C6E84}"/>
              </a:ext>
            </a:extLst>
          </p:cNvPr>
          <p:cNvSpPr txBox="1">
            <a:spLocks/>
          </p:cNvSpPr>
          <p:nvPr/>
        </p:nvSpPr>
        <p:spPr>
          <a:xfrm>
            <a:off x="6963489" y="4080131"/>
            <a:ext cx="1933731" cy="410400"/>
          </a:xfrm>
          <a:prstGeom prst="rect">
            <a:avLst/>
          </a:prstGeom>
          <a:solidFill>
            <a:srgbClr val="138808">
              <a:alpha val="24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sz="2000" dirty="0"/>
              <a:t>FRONT-END DEVELOPER</a:t>
            </a:r>
          </a:p>
        </p:txBody>
      </p:sp>
      <p:sp>
        <p:nvSpPr>
          <p:cNvPr id="9" name="Google Shape;1422;p39">
            <a:extLst>
              <a:ext uri="{FF2B5EF4-FFF2-40B4-BE49-F238E27FC236}">
                <a16:creationId xmlns:a16="http://schemas.microsoft.com/office/drawing/2014/main" id="{7E940539-8E25-EB00-D4F2-1380D0C9CE99}"/>
              </a:ext>
            </a:extLst>
          </p:cNvPr>
          <p:cNvSpPr txBox="1">
            <a:spLocks/>
          </p:cNvSpPr>
          <p:nvPr/>
        </p:nvSpPr>
        <p:spPr>
          <a:xfrm>
            <a:off x="7066079" y="3043592"/>
            <a:ext cx="1479121" cy="885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None/>
              <a:defRPr sz="14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None/>
              <a:defRPr sz="14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None/>
              <a:defRPr sz="14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None/>
              <a:defRPr sz="14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None/>
              <a:defRPr sz="14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None/>
              <a:defRPr sz="14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None/>
              <a:defRPr sz="14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None/>
              <a:defRPr sz="14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None/>
              <a:defRPr sz="14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9pPr>
          </a:lstStyle>
          <a:p>
            <a:pPr marL="0" indent="0"/>
            <a:r>
              <a:rPr lang="en-US" dirty="0" err="1"/>
              <a:t>Svyatoslav</a:t>
            </a:r>
            <a:endParaRPr lang="en-US" dirty="0"/>
          </a:p>
          <a:p>
            <a:pPr marL="0" indent="0"/>
            <a:r>
              <a:rPr lang="en-US" dirty="0" err="1"/>
              <a:t>Sidorov</a:t>
            </a:r>
            <a:endParaRPr lang="en-US" dirty="0"/>
          </a:p>
        </p:txBody>
      </p:sp>
      <p:sp>
        <p:nvSpPr>
          <p:cNvPr id="10" name="Google Shape;1425;p39">
            <a:extLst>
              <a:ext uri="{FF2B5EF4-FFF2-40B4-BE49-F238E27FC236}">
                <a16:creationId xmlns:a16="http://schemas.microsoft.com/office/drawing/2014/main" id="{44349A65-A756-9E5F-0FBA-BCE9E2D5CC71}"/>
              </a:ext>
            </a:extLst>
          </p:cNvPr>
          <p:cNvSpPr txBox="1">
            <a:spLocks/>
          </p:cNvSpPr>
          <p:nvPr/>
        </p:nvSpPr>
        <p:spPr>
          <a:xfrm>
            <a:off x="5255999" y="3332035"/>
            <a:ext cx="1611657" cy="410400"/>
          </a:xfrm>
          <a:prstGeom prst="rect">
            <a:avLst/>
          </a:prstGeom>
          <a:solidFill>
            <a:srgbClr val="17548B">
              <a:alpha val="541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sz="2000" dirty="0"/>
              <a:t>Designer </a:t>
            </a:r>
          </a:p>
        </p:txBody>
      </p:sp>
      <p:sp>
        <p:nvSpPr>
          <p:cNvPr id="14" name="Google Shape;1422;p39">
            <a:extLst>
              <a:ext uri="{FF2B5EF4-FFF2-40B4-BE49-F238E27FC236}">
                <a16:creationId xmlns:a16="http://schemas.microsoft.com/office/drawing/2014/main" id="{E73AD31A-0310-4776-1F61-8FCC32F8282A}"/>
              </a:ext>
            </a:extLst>
          </p:cNvPr>
          <p:cNvSpPr txBox="1">
            <a:spLocks/>
          </p:cNvSpPr>
          <p:nvPr/>
        </p:nvSpPr>
        <p:spPr>
          <a:xfrm>
            <a:off x="5279453" y="2440501"/>
            <a:ext cx="1479121" cy="885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None/>
              <a:defRPr sz="14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None/>
              <a:defRPr sz="14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None/>
              <a:defRPr sz="14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None/>
              <a:defRPr sz="14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None/>
              <a:defRPr sz="14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None/>
              <a:defRPr sz="14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None/>
              <a:defRPr sz="14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None/>
              <a:defRPr sz="14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lectrolize"/>
              <a:buNone/>
              <a:defRPr sz="1400" b="0" i="0" u="none" strike="noStrike" cap="none">
                <a:solidFill>
                  <a:schemeClr val="dk1"/>
                </a:solidFill>
                <a:latin typeface="Electrolize"/>
                <a:ea typeface="Electrolize"/>
                <a:cs typeface="Electrolize"/>
                <a:sym typeface="Electrolize"/>
              </a:defRPr>
            </a:lvl9pPr>
          </a:lstStyle>
          <a:p>
            <a:pPr marL="0" indent="0"/>
            <a:r>
              <a:rPr lang="en-US" dirty="0"/>
              <a:t>Denis</a:t>
            </a:r>
          </a:p>
          <a:p>
            <a:pPr marL="0" indent="0"/>
            <a:r>
              <a:rPr lang="en-US" dirty="0" err="1"/>
              <a:t>Zavalishin</a:t>
            </a:r>
            <a:endParaRPr lang="en-US" dirty="0"/>
          </a:p>
        </p:txBody>
      </p:sp>
      <p:sp>
        <p:nvSpPr>
          <p:cNvPr id="17" name="Google Shape;1493;p40">
            <a:extLst>
              <a:ext uri="{FF2B5EF4-FFF2-40B4-BE49-F238E27FC236}">
                <a16:creationId xmlns:a16="http://schemas.microsoft.com/office/drawing/2014/main" id="{44FAB39C-E263-2DB0-5780-1F7D04955FEA}"/>
              </a:ext>
            </a:extLst>
          </p:cNvPr>
          <p:cNvSpPr txBox="1">
            <a:spLocks/>
          </p:cNvSpPr>
          <p:nvPr/>
        </p:nvSpPr>
        <p:spPr>
          <a:xfrm>
            <a:off x="1987912" y="194080"/>
            <a:ext cx="5274139" cy="602048"/>
          </a:xfrm>
          <a:prstGeom prst="rect">
            <a:avLst/>
          </a:prstGeom>
          <a:solidFill>
            <a:srgbClr val="81A2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9pPr>
          </a:lstStyle>
          <a:p>
            <a:pPr algn="ctr"/>
            <a:r>
              <a:rPr lang="en-US" sz="4000" dirty="0"/>
              <a:t>OUR TEAM</a:t>
            </a:r>
          </a:p>
        </p:txBody>
      </p:sp>
      <p:grpSp>
        <p:nvGrpSpPr>
          <p:cNvPr id="1467" name="Google Shape;1467;p39"/>
          <p:cNvGrpSpPr/>
          <p:nvPr/>
        </p:nvGrpSpPr>
        <p:grpSpPr>
          <a:xfrm>
            <a:off x="5815883" y="500108"/>
            <a:ext cx="5053091" cy="435777"/>
            <a:chOff x="5896679" y="4472082"/>
            <a:chExt cx="5053091" cy="435777"/>
          </a:xfrm>
        </p:grpSpPr>
        <p:grpSp>
          <p:nvGrpSpPr>
            <p:cNvPr id="1468" name="Google Shape;1468;p39"/>
            <p:cNvGrpSpPr/>
            <p:nvPr/>
          </p:nvGrpSpPr>
          <p:grpSpPr>
            <a:xfrm rot="-5400000" flipH="1">
              <a:off x="7373411" y="2995351"/>
              <a:ext cx="435777" cy="3389240"/>
              <a:chOff x="4566275" y="2563884"/>
              <a:chExt cx="61675" cy="479675"/>
            </a:xfrm>
          </p:grpSpPr>
          <p:sp>
            <p:nvSpPr>
              <p:cNvPr id="1469" name="Google Shape;1469;p39"/>
              <p:cNvSpPr/>
              <p:nvPr/>
            </p:nvSpPr>
            <p:spPr>
              <a:xfrm>
                <a:off x="4566275" y="2578634"/>
                <a:ext cx="55075" cy="464925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18597" extrusionOk="0">
                    <a:moveTo>
                      <a:pt x="2094" y="0"/>
                    </a:moveTo>
                    <a:lnTo>
                      <a:pt x="2094" y="8096"/>
                    </a:lnTo>
                    <a:lnTo>
                      <a:pt x="0" y="12005"/>
                    </a:lnTo>
                    <a:lnTo>
                      <a:pt x="0" y="18596"/>
                    </a:lnTo>
                    <a:lnTo>
                      <a:pt x="109" y="18596"/>
                    </a:lnTo>
                    <a:lnTo>
                      <a:pt x="109" y="12051"/>
                    </a:lnTo>
                    <a:lnTo>
                      <a:pt x="2203" y="8112"/>
                    </a:lnTo>
                    <a:lnTo>
                      <a:pt x="22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39"/>
              <p:cNvSpPr/>
              <p:nvPr/>
            </p:nvSpPr>
            <p:spPr>
              <a:xfrm>
                <a:off x="4611650" y="2563884"/>
                <a:ext cx="16300" cy="16325"/>
              </a:xfrm>
              <a:custGeom>
                <a:avLst/>
                <a:gdLst/>
                <a:ahLst/>
                <a:cxnLst/>
                <a:rect l="l" t="t" r="r" b="b"/>
                <a:pathLst>
                  <a:path w="652" h="653" extrusionOk="0">
                    <a:moveTo>
                      <a:pt x="326" y="109"/>
                    </a:moveTo>
                    <a:cubicBezTo>
                      <a:pt x="465" y="109"/>
                      <a:pt x="558" y="202"/>
                      <a:pt x="558" y="342"/>
                    </a:cubicBezTo>
                    <a:cubicBezTo>
                      <a:pt x="558" y="482"/>
                      <a:pt x="465" y="575"/>
                      <a:pt x="326" y="575"/>
                    </a:cubicBezTo>
                    <a:cubicBezTo>
                      <a:pt x="186" y="575"/>
                      <a:pt x="93" y="466"/>
                      <a:pt x="93" y="342"/>
                    </a:cubicBezTo>
                    <a:cubicBezTo>
                      <a:pt x="93" y="202"/>
                      <a:pt x="202" y="109"/>
                      <a:pt x="326" y="109"/>
                    </a:cubicBezTo>
                    <a:close/>
                    <a:moveTo>
                      <a:pt x="326" y="1"/>
                    </a:moveTo>
                    <a:cubicBezTo>
                      <a:pt x="124" y="1"/>
                      <a:pt x="0" y="156"/>
                      <a:pt x="0" y="327"/>
                    </a:cubicBezTo>
                    <a:cubicBezTo>
                      <a:pt x="0" y="513"/>
                      <a:pt x="155" y="652"/>
                      <a:pt x="326" y="652"/>
                    </a:cubicBezTo>
                    <a:cubicBezTo>
                      <a:pt x="496" y="652"/>
                      <a:pt x="651" y="513"/>
                      <a:pt x="651" y="327"/>
                    </a:cubicBezTo>
                    <a:cubicBezTo>
                      <a:pt x="651" y="125"/>
                      <a:pt x="496" y="1"/>
                      <a:pt x="3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1" name="Google Shape;1471;p39"/>
            <p:cNvGrpSpPr/>
            <p:nvPr/>
          </p:nvGrpSpPr>
          <p:grpSpPr>
            <a:xfrm rot="-5400000">
              <a:off x="8886321" y="3688564"/>
              <a:ext cx="109695" cy="2328855"/>
              <a:chOff x="4541850" y="2791375"/>
              <a:chExt cx="15525" cy="329600"/>
            </a:xfrm>
          </p:grpSpPr>
          <p:sp>
            <p:nvSpPr>
              <p:cNvPr id="1472" name="Google Shape;1472;p39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avLst/>
                <a:gdLst/>
                <a:ahLst/>
                <a:cxnLst/>
                <a:rect l="l" t="t" r="r" b="b"/>
                <a:pathLst>
                  <a:path w="94" h="12610" extrusionOk="0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39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621" extrusionOk="0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4" name="Google Shape;1474;p39"/>
            <p:cNvGrpSpPr/>
            <p:nvPr/>
          </p:nvGrpSpPr>
          <p:grpSpPr>
            <a:xfrm rot="-5400000">
              <a:off x="9730496" y="3525526"/>
              <a:ext cx="109695" cy="2328855"/>
              <a:chOff x="4541850" y="2791375"/>
              <a:chExt cx="15525" cy="329600"/>
            </a:xfrm>
          </p:grpSpPr>
          <p:sp>
            <p:nvSpPr>
              <p:cNvPr id="1475" name="Google Shape;1475;p39"/>
              <p:cNvSpPr/>
              <p:nvPr/>
            </p:nvSpPr>
            <p:spPr>
              <a:xfrm>
                <a:off x="4548050" y="2805725"/>
                <a:ext cx="2350" cy="315250"/>
              </a:xfrm>
              <a:custGeom>
                <a:avLst/>
                <a:gdLst/>
                <a:ahLst/>
                <a:cxnLst/>
                <a:rect l="l" t="t" r="r" b="b"/>
                <a:pathLst>
                  <a:path w="94" h="12610" extrusionOk="0">
                    <a:moveTo>
                      <a:pt x="1" y="0"/>
                    </a:moveTo>
                    <a:lnTo>
                      <a:pt x="1" y="12610"/>
                    </a:lnTo>
                    <a:lnTo>
                      <a:pt x="94" y="12610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39"/>
              <p:cNvSpPr/>
              <p:nvPr/>
            </p:nvSpPr>
            <p:spPr>
              <a:xfrm>
                <a:off x="4541850" y="2791375"/>
                <a:ext cx="15525" cy="155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621" extrusionOk="0">
                    <a:moveTo>
                      <a:pt x="311" y="78"/>
                    </a:moveTo>
                    <a:cubicBezTo>
                      <a:pt x="419" y="78"/>
                      <a:pt x="512" y="171"/>
                      <a:pt x="543" y="311"/>
                    </a:cubicBezTo>
                    <a:cubicBezTo>
                      <a:pt x="543" y="450"/>
                      <a:pt x="435" y="543"/>
                      <a:pt x="311" y="543"/>
                    </a:cubicBezTo>
                    <a:cubicBezTo>
                      <a:pt x="171" y="543"/>
                      <a:pt x="78" y="450"/>
                      <a:pt x="78" y="311"/>
                    </a:cubicBezTo>
                    <a:cubicBezTo>
                      <a:pt x="78" y="171"/>
                      <a:pt x="186" y="78"/>
                      <a:pt x="311" y="78"/>
                    </a:cubicBezTo>
                    <a:close/>
                    <a:moveTo>
                      <a:pt x="311" y="1"/>
                    </a:moveTo>
                    <a:cubicBezTo>
                      <a:pt x="124" y="1"/>
                      <a:pt x="0" y="140"/>
                      <a:pt x="0" y="311"/>
                    </a:cubicBezTo>
                    <a:cubicBezTo>
                      <a:pt x="0" y="481"/>
                      <a:pt x="124" y="621"/>
                      <a:pt x="311" y="621"/>
                    </a:cubicBezTo>
                    <a:cubicBezTo>
                      <a:pt x="481" y="621"/>
                      <a:pt x="621" y="481"/>
                      <a:pt x="621" y="311"/>
                    </a:cubicBezTo>
                    <a:cubicBezTo>
                      <a:pt x="621" y="140"/>
                      <a:pt x="481" y="1"/>
                      <a:pt x="3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B5F84A6-6BB3-4601-85A1-6D775F137A04}"/>
              </a:ext>
            </a:extLst>
          </p:cNvPr>
          <p:cNvSpPr/>
          <p:nvPr/>
        </p:nvSpPr>
        <p:spPr>
          <a:xfrm>
            <a:off x="4368142" y="4579810"/>
            <a:ext cx="412449" cy="802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2" name="Google Shape;1420;p39">
            <a:extLst>
              <a:ext uri="{FF2B5EF4-FFF2-40B4-BE49-F238E27FC236}">
                <a16:creationId xmlns:a16="http://schemas.microsoft.com/office/drawing/2014/main" id="{E1CF9C31-D70C-4D57-B1DB-1570B3F1F443}"/>
              </a:ext>
            </a:extLst>
          </p:cNvPr>
          <p:cNvSpPr txBox="1">
            <a:spLocks/>
          </p:cNvSpPr>
          <p:nvPr/>
        </p:nvSpPr>
        <p:spPr>
          <a:xfrm>
            <a:off x="1827813" y="3319042"/>
            <a:ext cx="1593894" cy="410400"/>
          </a:xfrm>
          <a:prstGeom prst="rect">
            <a:avLst/>
          </a:prstGeom>
          <a:solidFill>
            <a:srgbClr val="C6E2C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5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sz="2000" dirty="0"/>
              <a:t>SCRUM TRAINER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3BA6E-46D8-4E8E-AAA5-0431652FA69D}"/>
              </a:ext>
            </a:extLst>
          </p:cNvPr>
          <p:cNvSpPr txBox="1"/>
          <p:nvPr/>
        </p:nvSpPr>
        <p:spPr>
          <a:xfrm>
            <a:off x="3626853" y="3043592"/>
            <a:ext cx="1933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Daria </a:t>
            </a:r>
            <a:r>
              <a:rPr lang="en-US" dirty="0" err="1">
                <a:latin typeface="Electrolize" panose="020B0604020202020204" charset="0"/>
              </a:rPr>
              <a:t>Larichkina</a:t>
            </a:r>
            <a:endParaRPr lang="en-US" dirty="0">
              <a:latin typeface="Electrolize" panose="020B0604020202020204" charset="0"/>
            </a:endParaRPr>
          </a:p>
        </p:txBody>
      </p:sp>
      <p:pic>
        <p:nvPicPr>
          <p:cNvPr id="1026" name="Picture 2" descr="https://cdn.discordapp.com/attachments/1300872934981636148/1310782534111461506/Screenshot_2024-11-26-03-38-36-523_com.microsoft.teams-edit.jpg?ex=674678dd&amp;is=6745275d&amp;hm=9fe2886b6d77f04af15f2cb3a343217f36b27402cf8aa2bb80faa0e592fa1c09&amp;=">
            <a:extLst>
              <a:ext uri="{FF2B5EF4-FFF2-40B4-BE49-F238E27FC236}">
                <a16:creationId xmlns:a16="http://schemas.microsoft.com/office/drawing/2014/main" id="{5294195D-673F-483B-BEE0-26D7013BC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721" y="1481245"/>
            <a:ext cx="1611657" cy="1587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cdn.discordapp.com/attachments/1300872934981636148/1310782534426300487/Screenshot_2024-11-26-03-39-09-283_com.microsoft.teams-edit.jpg?ex=674678dd&amp;is=6745275d&amp;hm=d0c18c86b00573da25c7e81b36028e106074d4502f871c418fb04910525b79ff&amp;=">
            <a:extLst>
              <a:ext uri="{FF2B5EF4-FFF2-40B4-BE49-F238E27FC236}">
                <a16:creationId xmlns:a16="http://schemas.microsoft.com/office/drawing/2014/main" id="{0A0C1BDA-9844-4B0A-9667-0ACDCFBB6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46" y="1472438"/>
            <a:ext cx="1599781" cy="1590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5E8B42-95D4-407A-BDB8-D3328F2953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6384" y="935865"/>
            <a:ext cx="1593894" cy="15909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66A4ED-3E6E-4DE2-91FD-6B064A6253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4613" y="960472"/>
            <a:ext cx="1587714" cy="15635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4C8A64-9166-4A50-A351-B6F1FA90EA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6079" y="1481245"/>
            <a:ext cx="1611986" cy="158213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40"/>
          <p:cNvSpPr txBox="1">
            <a:spLocks noGrp="1"/>
          </p:cNvSpPr>
          <p:nvPr>
            <p:ph type="title"/>
          </p:nvPr>
        </p:nvSpPr>
        <p:spPr>
          <a:xfrm>
            <a:off x="2152352" y="356870"/>
            <a:ext cx="5274139" cy="602048"/>
          </a:xfrm>
          <a:prstGeom prst="rect">
            <a:avLst/>
          </a:prstGeom>
          <a:solidFill>
            <a:srgbClr val="7FBE78">
              <a:alpha val="54118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OUR GOAL</a:t>
            </a:r>
            <a:endParaRPr sz="4000" dirty="0"/>
          </a:p>
        </p:txBody>
      </p:sp>
      <p:sp>
        <p:nvSpPr>
          <p:cNvPr id="1494" name="Google Shape;1494;p40"/>
          <p:cNvSpPr txBox="1">
            <a:spLocks noGrp="1"/>
          </p:cNvSpPr>
          <p:nvPr>
            <p:ph type="subTitle" idx="1"/>
          </p:nvPr>
        </p:nvSpPr>
        <p:spPr>
          <a:xfrm>
            <a:off x="868974" y="3505035"/>
            <a:ext cx="7652100" cy="211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,</a:t>
            </a:r>
            <a:endParaRPr dirty="0"/>
          </a:p>
        </p:txBody>
      </p:sp>
      <p:grpSp>
        <p:nvGrpSpPr>
          <p:cNvPr id="1499" name="Google Shape;1499;p40"/>
          <p:cNvGrpSpPr/>
          <p:nvPr/>
        </p:nvGrpSpPr>
        <p:grpSpPr>
          <a:xfrm rot="10800000" flipH="1">
            <a:off x="6306928" y="3527787"/>
            <a:ext cx="4563990" cy="1409125"/>
            <a:chOff x="5092229" y="-180802"/>
            <a:chExt cx="5253816" cy="1622108"/>
          </a:xfrm>
        </p:grpSpPr>
        <p:sp>
          <p:nvSpPr>
            <p:cNvPr id="1500" name="Google Shape;1500;p40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avLst/>
              <a:gdLst/>
              <a:ahLst/>
              <a:cxnLst/>
              <a:rect l="l" t="t" r="r" b="b"/>
              <a:pathLst>
                <a:path w="3149" h="15790" extrusionOk="0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40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40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avLst/>
              <a:gdLst/>
              <a:ahLst/>
              <a:cxnLst/>
              <a:rect l="l" t="t" r="r" b="b"/>
              <a:pathLst>
                <a:path w="3165" h="13634" extrusionOk="0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40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40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avLst/>
              <a:gdLst/>
              <a:ahLst/>
              <a:cxnLst/>
              <a:rect l="l" t="t" r="r" b="b"/>
              <a:pathLst>
                <a:path w="94" h="12610" extrusionOk="0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40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avLst/>
              <a:gdLst/>
              <a:ahLst/>
              <a:cxnLst/>
              <a:rect l="l" t="t" r="r" b="b"/>
              <a:pathLst>
                <a:path w="621" h="621" extrusionOk="0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40"/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avLst/>
              <a:gdLst/>
              <a:ahLst/>
              <a:cxnLst/>
              <a:rect l="l" t="t" r="r" b="b"/>
              <a:pathLst>
                <a:path w="2203" h="18597" extrusionOk="0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40"/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avLst/>
              <a:gdLst/>
              <a:ahLst/>
              <a:cxnLst/>
              <a:rect l="l" t="t" r="r" b="b"/>
              <a:pathLst>
                <a:path w="652" h="653" extrusionOk="0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40"/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avLst/>
              <a:gdLst/>
              <a:ahLst/>
              <a:cxnLst/>
              <a:rect l="l" t="t" r="r" b="b"/>
              <a:pathLst>
                <a:path w="2545" h="15154" extrusionOk="0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40"/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avLst/>
              <a:gdLst/>
              <a:ahLst/>
              <a:cxnLst/>
              <a:rect l="l" t="t" r="r" b="b"/>
              <a:pathLst>
                <a:path w="622" h="621" extrusionOk="0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0" name="Google Shape;1510;p40"/>
          <p:cNvGrpSpPr/>
          <p:nvPr/>
        </p:nvGrpSpPr>
        <p:grpSpPr>
          <a:xfrm flipH="1">
            <a:off x="-2085672" y="36587"/>
            <a:ext cx="4563990" cy="1409125"/>
            <a:chOff x="5092229" y="-180802"/>
            <a:chExt cx="5253816" cy="1622108"/>
          </a:xfrm>
          <a:solidFill>
            <a:srgbClr val="17548B"/>
          </a:solidFill>
        </p:grpSpPr>
        <p:sp>
          <p:nvSpPr>
            <p:cNvPr id="1511" name="Google Shape;1511;p40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avLst/>
              <a:gdLst/>
              <a:ahLst/>
              <a:cxnLst/>
              <a:rect l="l" t="t" r="r" b="b"/>
              <a:pathLst>
                <a:path w="3149" h="15790" extrusionOk="0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40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40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avLst/>
              <a:gdLst/>
              <a:ahLst/>
              <a:cxnLst/>
              <a:rect l="l" t="t" r="r" b="b"/>
              <a:pathLst>
                <a:path w="3165" h="13634" extrusionOk="0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40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40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avLst/>
              <a:gdLst/>
              <a:ahLst/>
              <a:cxnLst/>
              <a:rect l="l" t="t" r="r" b="b"/>
              <a:pathLst>
                <a:path w="94" h="12610" extrusionOk="0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40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avLst/>
              <a:gdLst/>
              <a:ahLst/>
              <a:cxnLst/>
              <a:rect l="l" t="t" r="r" b="b"/>
              <a:pathLst>
                <a:path w="621" h="621" extrusionOk="0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40"/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avLst/>
              <a:gdLst/>
              <a:ahLst/>
              <a:cxnLst/>
              <a:rect l="l" t="t" r="r" b="b"/>
              <a:pathLst>
                <a:path w="2203" h="18597" extrusionOk="0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40"/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avLst/>
              <a:gdLst/>
              <a:ahLst/>
              <a:cxnLst/>
              <a:rect l="l" t="t" r="r" b="b"/>
              <a:pathLst>
                <a:path w="652" h="653" extrusionOk="0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40"/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avLst/>
              <a:gdLst/>
              <a:ahLst/>
              <a:cxnLst/>
              <a:rect l="l" t="t" r="r" b="b"/>
              <a:pathLst>
                <a:path w="2545" h="15154" extrusionOk="0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40"/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avLst/>
              <a:gdLst/>
              <a:ahLst/>
              <a:cxnLst/>
              <a:rect l="l" t="t" r="r" b="b"/>
              <a:pathLst>
                <a:path w="622" h="621" extrusionOk="0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4" name="Google Shape;369;p33">
            <a:extLst>
              <a:ext uri="{FF2B5EF4-FFF2-40B4-BE49-F238E27FC236}">
                <a16:creationId xmlns:a16="http://schemas.microsoft.com/office/drawing/2014/main" id="{A475F584-9735-9BFB-2348-578CADCB3665}"/>
              </a:ext>
            </a:extLst>
          </p:cNvPr>
          <p:cNvSpPr/>
          <p:nvPr/>
        </p:nvSpPr>
        <p:spPr>
          <a:xfrm rot="15838100">
            <a:off x="2818596" y="488274"/>
            <a:ext cx="4197532" cy="5079210"/>
          </a:xfrm>
          <a:custGeom>
            <a:avLst/>
            <a:gdLst/>
            <a:ahLst/>
            <a:cxnLst/>
            <a:rect l="l" t="t" r="r" b="b"/>
            <a:pathLst>
              <a:path w="15064" h="15021" extrusionOk="0">
                <a:moveTo>
                  <a:pt x="10691" y="0"/>
                </a:moveTo>
                <a:cubicBezTo>
                  <a:pt x="10147" y="0"/>
                  <a:pt x="9593" y="175"/>
                  <a:pt x="9078" y="371"/>
                </a:cubicBezTo>
                <a:cubicBezTo>
                  <a:pt x="7976" y="793"/>
                  <a:pt x="7010" y="854"/>
                  <a:pt x="5852" y="929"/>
                </a:cubicBezTo>
                <a:cubicBezTo>
                  <a:pt x="5732" y="936"/>
                  <a:pt x="5610" y="940"/>
                  <a:pt x="5486" y="940"/>
                </a:cubicBezTo>
                <a:cubicBezTo>
                  <a:pt x="4724" y="940"/>
                  <a:pt x="3900" y="811"/>
                  <a:pt x="3108" y="811"/>
                </a:cubicBezTo>
                <a:cubicBezTo>
                  <a:pt x="2853" y="811"/>
                  <a:pt x="2602" y="824"/>
                  <a:pt x="2357" y="860"/>
                </a:cubicBezTo>
                <a:cubicBezTo>
                  <a:pt x="544" y="1122"/>
                  <a:pt x="1" y="2548"/>
                  <a:pt x="747" y="3997"/>
                </a:cubicBezTo>
                <a:cubicBezTo>
                  <a:pt x="1694" y="5836"/>
                  <a:pt x="2411" y="7100"/>
                  <a:pt x="2004" y="9267"/>
                </a:cubicBezTo>
                <a:cubicBezTo>
                  <a:pt x="1754" y="10589"/>
                  <a:pt x="956" y="11649"/>
                  <a:pt x="1631" y="13079"/>
                </a:cubicBezTo>
                <a:cubicBezTo>
                  <a:pt x="1969" y="13795"/>
                  <a:pt x="2610" y="14302"/>
                  <a:pt x="3291" y="14587"/>
                </a:cubicBezTo>
                <a:cubicBezTo>
                  <a:pt x="3973" y="14871"/>
                  <a:pt x="4732" y="15021"/>
                  <a:pt x="5478" y="15021"/>
                </a:cubicBezTo>
                <a:cubicBezTo>
                  <a:pt x="5997" y="15021"/>
                  <a:pt x="6508" y="14948"/>
                  <a:pt x="6982" y="14797"/>
                </a:cubicBezTo>
                <a:cubicBezTo>
                  <a:pt x="7891" y="14507"/>
                  <a:pt x="8755" y="14054"/>
                  <a:pt x="9452" y="13351"/>
                </a:cubicBezTo>
                <a:cubicBezTo>
                  <a:pt x="9973" y="12825"/>
                  <a:pt x="10223" y="11996"/>
                  <a:pt x="10886" y="11660"/>
                </a:cubicBezTo>
                <a:cubicBezTo>
                  <a:pt x="11855" y="11171"/>
                  <a:pt x="13214" y="11189"/>
                  <a:pt x="13965" y="10324"/>
                </a:cubicBezTo>
                <a:cubicBezTo>
                  <a:pt x="15064" y="9062"/>
                  <a:pt x="13775" y="8055"/>
                  <a:pt x="13430" y="6774"/>
                </a:cubicBezTo>
                <a:cubicBezTo>
                  <a:pt x="13281" y="6219"/>
                  <a:pt x="13389" y="5549"/>
                  <a:pt x="13363" y="4967"/>
                </a:cubicBezTo>
                <a:cubicBezTo>
                  <a:pt x="13317" y="4025"/>
                  <a:pt x="13273" y="2963"/>
                  <a:pt x="12996" y="2048"/>
                </a:cubicBezTo>
                <a:cubicBezTo>
                  <a:pt x="12757" y="1258"/>
                  <a:pt x="12269" y="507"/>
                  <a:pt x="11572" y="185"/>
                </a:cubicBezTo>
                <a:cubicBezTo>
                  <a:pt x="11287" y="53"/>
                  <a:pt x="10991" y="0"/>
                  <a:pt x="10691" y="0"/>
                </a:cubicBezTo>
                <a:close/>
              </a:path>
            </a:pathLst>
          </a:custGeom>
          <a:solidFill>
            <a:srgbClr val="138808">
              <a:alpha val="244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5" name="TextBox 1674">
            <a:extLst>
              <a:ext uri="{FF2B5EF4-FFF2-40B4-BE49-F238E27FC236}">
                <a16:creationId xmlns:a16="http://schemas.microsoft.com/office/drawing/2014/main" id="{2C8F6249-25C4-AEA9-5535-FC2F6E7890C5}"/>
              </a:ext>
            </a:extLst>
          </p:cNvPr>
          <p:cNvSpPr txBox="1"/>
          <p:nvPr/>
        </p:nvSpPr>
        <p:spPr>
          <a:xfrm>
            <a:off x="3553796" y="2028754"/>
            <a:ext cx="32917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25000"/>
                  </a:schemeClr>
                </a:solidFill>
              </a:rPr>
              <a:t>Our goal is for the player to have fun playing our game and also to test their general education knowledge</a:t>
            </a:r>
            <a:endParaRPr lang="en-US" sz="2400" dirty="0">
              <a:solidFill>
                <a:schemeClr val="accent5">
                  <a:lumMod val="25000"/>
                </a:schemeClr>
              </a:solidFill>
              <a:latin typeface="Electrolize"/>
              <a:sym typeface="Electrolize"/>
            </a:endParaRPr>
          </a:p>
        </p:txBody>
      </p:sp>
      <p:sp>
        <p:nvSpPr>
          <p:cNvPr id="1676" name="Google Shape;781;p35">
            <a:extLst>
              <a:ext uri="{FF2B5EF4-FFF2-40B4-BE49-F238E27FC236}">
                <a16:creationId xmlns:a16="http://schemas.microsoft.com/office/drawing/2014/main" id="{68539DA3-85B4-013C-110D-A37CE0DDAD66}"/>
              </a:ext>
            </a:extLst>
          </p:cNvPr>
          <p:cNvSpPr/>
          <p:nvPr/>
        </p:nvSpPr>
        <p:spPr>
          <a:xfrm rot="9463366">
            <a:off x="622926" y="4078005"/>
            <a:ext cx="425556" cy="432527"/>
          </a:xfrm>
          <a:custGeom>
            <a:avLst/>
            <a:gdLst/>
            <a:ahLst/>
            <a:cxnLst/>
            <a:rect l="l" t="t" r="r" b="b"/>
            <a:pathLst>
              <a:path w="4762" h="4840" extrusionOk="0">
                <a:moveTo>
                  <a:pt x="2386" y="1333"/>
                </a:moveTo>
                <a:cubicBezTo>
                  <a:pt x="2559" y="1333"/>
                  <a:pt x="2735" y="1374"/>
                  <a:pt x="2901" y="1459"/>
                </a:cubicBezTo>
                <a:cubicBezTo>
                  <a:pt x="3444" y="1754"/>
                  <a:pt x="3630" y="2405"/>
                  <a:pt x="3351" y="2948"/>
                </a:cubicBezTo>
                <a:cubicBezTo>
                  <a:pt x="3148" y="3321"/>
                  <a:pt x="2776" y="3533"/>
                  <a:pt x="2382" y="3533"/>
                </a:cubicBezTo>
                <a:cubicBezTo>
                  <a:pt x="2204" y="3533"/>
                  <a:pt x="2020" y="3490"/>
                  <a:pt x="1846" y="3398"/>
                </a:cubicBezTo>
                <a:cubicBezTo>
                  <a:pt x="1303" y="3103"/>
                  <a:pt x="1117" y="2452"/>
                  <a:pt x="1412" y="1909"/>
                </a:cubicBezTo>
                <a:cubicBezTo>
                  <a:pt x="1617" y="1542"/>
                  <a:pt x="1993" y="1333"/>
                  <a:pt x="2386" y="1333"/>
                </a:cubicBezTo>
                <a:close/>
                <a:moveTo>
                  <a:pt x="2901" y="1"/>
                </a:moveTo>
                <a:lnTo>
                  <a:pt x="2715" y="373"/>
                </a:lnTo>
                <a:cubicBezTo>
                  <a:pt x="2653" y="466"/>
                  <a:pt x="2529" y="544"/>
                  <a:pt x="2420" y="544"/>
                </a:cubicBezTo>
                <a:lnTo>
                  <a:pt x="2218" y="544"/>
                </a:lnTo>
                <a:cubicBezTo>
                  <a:pt x="2205" y="546"/>
                  <a:pt x="2191" y="547"/>
                  <a:pt x="2178" y="547"/>
                </a:cubicBezTo>
                <a:cubicBezTo>
                  <a:pt x="2080" y="547"/>
                  <a:pt x="1976" y="498"/>
                  <a:pt x="1908" y="389"/>
                </a:cubicBezTo>
                <a:lnTo>
                  <a:pt x="1691" y="48"/>
                </a:lnTo>
                <a:lnTo>
                  <a:pt x="559" y="745"/>
                </a:lnTo>
                <a:lnTo>
                  <a:pt x="776" y="1133"/>
                </a:lnTo>
                <a:cubicBezTo>
                  <a:pt x="822" y="1226"/>
                  <a:pt x="822" y="1366"/>
                  <a:pt x="776" y="1459"/>
                </a:cubicBezTo>
                <a:lnTo>
                  <a:pt x="714" y="1536"/>
                </a:lnTo>
                <a:cubicBezTo>
                  <a:pt x="698" y="1567"/>
                  <a:pt x="667" y="1598"/>
                  <a:pt x="667" y="1630"/>
                </a:cubicBezTo>
                <a:cubicBezTo>
                  <a:pt x="621" y="1754"/>
                  <a:pt x="512" y="1800"/>
                  <a:pt x="404" y="1816"/>
                </a:cubicBezTo>
                <a:lnTo>
                  <a:pt x="0" y="1847"/>
                </a:lnTo>
                <a:lnTo>
                  <a:pt x="32" y="3180"/>
                </a:lnTo>
                <a:lnTo>
                  <a:pt x="435" y="3165"/>
                </a:lnTo>
                <a:cubicBezTo>
                  <a:pt x="559" y="3165"/>
                  <a:pt x="667" y="3211"/>
                  <a:pt x="729" y="3336"/>
                </a:cubicBezTo>
                <a:lnTo>
                  <a:pt x="854" y="3506"/>
                </a:lnTo>
                <a:cubicBezTo>
                  <a:pt x="931" y="3599"/>
                  <a:pt x="931" y="3739"/>
                  <a:pt x="869" y="3832"/>
                </a:cubicBezTo>
                <a:lnTo>
                  <a:pt x="667" y="4204"/>
                </a:lnTo>
                <a:lnTo>
                  <a:pt x="1862" y="4840"/>
                </a:lnTo>
                <a:lnTo>
                  <a:pt x="2048" y="4483"/>
                </a:lnTo>
                <a:cubicBezTo>
                  <a:pt x="2110" y="4375"/>
                  <a:pt x="2218" y="4297"/>
                  <a:pt x="2342" y="4297"/>
                </a:cubicBezTo>
                <a:lnTo>
                  <a:pt x="2529" y="4297"/>
                </a:lnTo>
                <a:cubicBezTo>
                  <a:pt x="2541" y="4296"/>
                  <a:pt x="2554" y="4295"/>
                  <a:pt x="2566" y="4295"/>
                </a:cubicBezTo>
                <a:cubicBezTo>
                  <a:pt x="2674" y="4295"/>
                  <a:pt x="2769" y="4355"/>
                  <a:pt x="2839" y="4452"/>
                </a:cubicBezTo>
                <a:lnTo>
                  <a:pt x="3056" y="4809"/>
                </a:lnTo>
                <a:lnTo>
                  <a:pt x="4204" y="4096"/>
                </a:lnTo>
                <a:lnTo>
                  <a:pt x="3986" y="3739"/>
                </a:lnTo>
                <a:cubicBezTo>
                  <a:pt x="3924" y="3646"/>
                  <a:pt x="3924" y="3506"/>
                  <a:pt x="3986" y="3413"/>
                </a:cubicBezTo>
                <a:lnTo>
                  <a:pt x="4048" y="3336"/>
                </a:lnTo>
                <a:cubicBezTo>
                  <a:pt x="4064" y="3305"/>
                  <a:pt x="4080" y="3274"/>
                  <a:pt x="4080" y="3242"/>
                </a:cubicBezTo>
                <a:cubicBezTo>
                  <a:pt x="4142" y="3118"/>
                  <a:pt x="4235" y="3072"/>
                  <a:pt x="4359" y="3041"/>
                </a:cubicBezTo>
                <a:lnTo>
                  <a:pt x="4762" y="3025"/>
                </a:lnTo>
                <a:lnTo>
                  <a:pt x="4731" y="1692"/>
                </a:lnTo>
                <a:lnTo>
                  <a:pt x="4312" y="1692"/>
                </a:lnTo>
                <a:cubicBezTo>
                  <a:pt x="4204" y="1692"/>
                  <a:pt x="4080" y="1630"/>
                  <a:pt x="4033" y="1521"/>
                </a:cubicBezTo>
                <a:lnTo>
                  <a:pt x="3909" y="1335"/>
                </a:lnTo>
                <a:cubicBezTo>
                  <a:pt x="3831" y="1242"/>
                  <a:pt x="3831" y="1102"/>
                  <a:pt x="3893" y="1009"/>
                </a:cubicBezTo>
                <a:lnTo>
                  <a:pt x="4080" y="637"/>
                </a:lnTo>
                <a:lnTo>
                  <a:pt x="290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77" name="Google Shape;782;p35">
            <a:extLst>
              <a:ext uri="{FF2B5EF4-FFF2-40B4-BE49-F238E27FC236}">
                <a16:creationId xmlns:a16="http://schemas.microsoft.com/office/drawing/2014/main" id="{5ABB14A1-4050-CC01-2C0C-CDEB4174B692}"/>
              </a:ext>
            </a:extLst>
          </p:cNvPr>
          <p:cNvGrpSpPr/>
          <p:nvPr/>
        </p:nvGrpSpPr>
        <p:grpSpPr>
          <a:xfrm rot="8563406">
            <a:off x="1385634" y="3348610"/>
            <a:ext cx="454765" cy="457446"/>
            <a:chOff x="3137370" y="-570001"/>
            <a:chExt cx="454778" cy="457459"/>
          </a:xfrm>
        </p:grpSpPr>
        <p:sp>
          <p:nvSpPr>
            <p:cNvPr id="1678" name="Google Shape;783;p35">
              <a:extLst>
                <a:ext uri="{FF2B5EF4-FFF2-40B4-BE49-F238E27FC236}">
                  <a16:creationId xmlns:a16="http://schemas.microsoft.com/office/drawing/2014/main" id="{58293431-A35A-1998-6726-A976C948E213}"/>
                </a:ext>
              </a:extLst>
            </p:cNvPr>
            <p:cNvSpPr/>
            <p:nvPr/>
          </p:nvSpPr>
          <p:spPr>
            <a:xfrm>
              <a:off x="3154081" y="-531752"/>
              <a:ext cx="429756" cy="377388"/>
            </a:xfrm>
            <a:custGeom>
              <a:avLst/>
              <a:gdLst/>
              <a:ahLst/>
              <a:cxnLst/>
              <a:rect l="l" t="t" r="r" b="b"/>
              <a:pathLst>
                <a:path w="4809" h="4223" extrusionOk="0">
                  <a:moveTo>
                    <a:pt x="2391" y="1246"/>
                  </a:moveTo>
                  <a:cubicBezTo>
                    <a:pt x="2524" y="1246"/>
                    <a:pt x="2660" y="1277"/>
                    <a:pt x="2792" y="1340"/>
                  </a:cubicBezTo>
                  <a:cubicBezTo>
                    <a:pt x="2792" y="1340"/>
                    <a:pt x="2792" y="1340"/>
                    <a:pt x="2792" y="1340"/>
                  </a:cubicBezTo>
                  <a:lnTo>
                    <a:pt x="2792" y="1340"/>
                  </a:lnTo>
                  <a:cubicBezTo>
                    <a:pt x="3226" y="1557"/>
                    <a:pt x="3412" y="2069"/>
                    <a:pt x="3195" y="2519"/>
                  </a:cubicBezTo>
                  <a:cubicBezTo>
                    <a:pt x="3052" y="2837"/>
                    <a:pt x="2746" y="3016"/>
                    <a:pt x="2420" y="3016"/>
                  </a:cubicBezTo>
                  <a:cubicBezTo>
                    <a:pt x="2286" y="3016"/>
                    <a:pt x="2148" y="2985"/>
                    <a:pt x="2016" y="2922"/>
                  </a:cubicBezTo>
                  <a:cubicBezTo>
                    <a:pt x="1567" y="2720"/>
                    <a:pt x="1396" y="2193"/>
                    <a:pt x="1613" y="1743"/>
                  </a:cubicBezTo>
                  <a:cubicBezTo>
                    <a:pt x="1767" y="1425"/>
                    <a:pt x="2068" y="1246"/>
                    <a:pt x="2391" y="1246"/>
                  </a:cubicBezTo>
                  <a:close/>
                  <a:moveTo>
                    <a:pt x="2408" y="1113"/>
                  </a:moveTo>
                  <a:cubicBezTo>
                    <a:pt x="2294" y="1113"/>
                    <a:pt x="2181" y="1133"/>
                    <a:pt x="2075" y="1170"/>
                  </a:cubicBezTo>
                  <a:lnTo>
                    <a:pt x="2075" y="1170"/>
                  </a:lnTo>
                  <a:cubicBezTo>
                    <a:pt x="1824" y="1251"/>
                    <a:pt x="1608" y="1428"/>
                    <a:pt x="1489" y="1681"/>
                  </a:cubicBezTo>
                  <a:cubicBezTo>
                    <a:pt x="1256" y="2193"/>
                    <a:pt x="1458" y="2798"/>
                    <a:pt x="1954" y="3015"/>
                  </a:cubicBezTo>
                  <a:cubicBezTo>
                    <a:pt x="2104" y="3092"/>
                    <a:pt x="2261" y="3128"/>
                    <a:pt x="2415" y="3128"/>
                  </a:cubicBezTo>
                  <a:cubicBezTo>
                    <a:pt x="2419" y="3128"/>
                    <a:pt x="2422" y="3128"/>
                    <a:pt x="2426" y="3128"/>
                  </a:cubicBezTo>
                  <a:lnTo>
                    <a:pt x="2426" y="3128"/>
                  </a:lnTo>
                  <a:cubicBezTo>
                    <a:pt x="2429" y="3128"/>
                    <a:pt x="2433" y="3128"/>
                    <a:pt x="2436" y="3128"/>
                  </a:cubicBezTo>
                  <a:cubicBezTo>
                    <a:pt x="2803" y="3128"/>
                    <a:pt x="3154" y="2917"/>
                    <a:pt x="3319" y="2565"/>
                  </a:cubicBezTo>
                  <a:cubicBezTo>
                    <a:pt x="3457" y="2271"/>
                    <a:pt x="3437" y="1945"/>
                    <a:pt x="3298" y="1673"/>
                  </a:cubicBezTo>
                  <a:lnTo>
                    <a:pt x="3298" y="1673"/>
                  </a:lnTo>
                  <a:cubicBezTo>
                    <a:pt x="3229" y="1531"/>
                    <a:pt x="3128" y="1405"/>
                    <a:pt x="2997" y="1310"/>
                  </a:cubicBezTo>
                  <a:lnTo>
                    <a:pt x="2997" y="1310"/>
                  </a:lnTo>
                  <a:cubicBezTo>
                    <a:pt x="2952" y="1275"/>
                    <a:pt x="2905" y="1244"/>
                    <a:pt x="2854" y="1216"/>
                  </a:cubicBezTo>
                  <a:cubicBezTo>
                    <a:pt x="2709" y="1146"/>
                    <a:pt x="2557" y="1113"/>
                    <a:pt x="2408" y="1113"/>
                  </a:cubicBezTo>
                  <a:close/>
                  <a:moveTo>
                    <a:pt x="2398" y="974"/>
                  </a:moveTo>
                  <a:cubicBezTo>
                    <a:pt x="2571" y="974"/>
                    <a:pt x="2748" y="1012"/>
                    <a:pt x="2916" y="1092"/>
                  </a:cubicBezTo>
                  <a:cubicBezTo>
                    <a:pt x="3490" y="1356"/>
                    <a:pt x="3722" y="2054"/>
                    <a:pt x="3459" y="2643"/>
                  </a:cubicBezTo>
                  <a:cubicBezTo>
                    <a:pt x="3257" y="3057"/>
                    <a:pt x="2837" y="3294"/>
                    <a:pt x="2403" y="3294"/>
                  </a:cubicBezTo>
                  <a:cubicBezTo>
                    <a:pt x="2236" y="3294"/>
                    <a:pt x="2067" y="3259"/>
                    <a:pt x="1908" y="3186"/>
                  </a:cubicBezTo>
                  <a:cubicBezTo>
                    <a:pt x="1318" y="2907"/>
                    <a:pt x="1086" y="2209"/>
                    <a:pt x="1365" y="1635"/>
                  </a:cubicBezTo>
                  <a:cubicBezTo>
                    <a:pt x="1553" y="1213"/>
                    <a:pt x="1964" y="974"/>
                    <a:pt x="2398" y="974"/>
                  </a:cubicBezTo>
                  <a:close/>
                  <a:moveTo>
                    <a:pt x="2415" y="0"/>
                  </a:moveTo>
                  <a:cubicBezTo>
                    <a:pt x="1629" y="0"/>
                    <a:pt x="868" y="429"/>
                    <a:pt x="512" y="1185"/>
                  </a:cubicBezTo>
                  <a:cubicBezTo>
                    <a:pt x="0" y="2224"/>
                    <a:pt x="434" y="3511"/>
                    <a:pt x="1473" y="4008"/>
                  </a:cubicBezTo>
                  <a:cubicBezTo>
                    <a:pt x="1770" y="4154"/>
                    <a:pt x="2086" y="4223"/>
                    <a:pt x="2399" y="4223"/>
                  </a:cubicBezTo>
                  <a:cubicBezTo>
                    <a:pt x="3184" y="4223"/>
                    <a:pt x="3946" y="3789"/>
                    <a:pt x="4312" y="3046"/>
                  </a:cubicBezTo>
                  <a:cubicBezTo>
                    <a:pt x="4808" y="1992"/>
                    <a:pt x="4389" y="735"/>
                    <a:pt x="3335" y="208"/>
                  </a:cubicBezTo>
                  <a:cubicBezTo>
                    <a:pt x="3040" y="67"/>
                    <a:pt x="2726" y="0"/>
                    <a:pt x="24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784;p35">
              <a:extLst>
                <a:ext uri="{FF2B5EF4-FFF2-40B4-BE49-F238E27FC236}">
                  <a16:creationId xmlns:a16="http://schemas.microsoft.com/office/drawing/2014/main" id="{5CFF19B1-D18A-4B10-7E99-962A5426DDDE}"/>
                </a:ext>
              </a:extLst>
            </p:cNvPr>
            <p:cNvSpPr/>
            <p:nvPr/>
          </p:nvSpPr>
          <p:spPr>
            <a:xfrm>
              <a:off x="3237190" y="-194399"/>
              <a:ext cx="84629" cy="76318"/>
            </a:xfrm>
            <a:custGeom>
              <a:avLst/>
              <a:gdLst/>
              <a:ahLst/>
              <a:cxnLst/>
              <a:rect l="l" t="t" r="r" b="b"/>
              <a:pathLst>
                <a:path w="947" h="854" extrusionOk="0">
                  <a:moveTo>
                    <a:pt x="218" y="0"/>
                  </a:moveTo>
                  <a:lnTo>
                    <a:pt x="1" y="543"/>
                  </a:lnTo>
                  <a:lnTo>
                    <a:pt x="668" y="853"/>
                  </a:lnTo>
                  <a:lnTo>
                    <a:pt x="947" y="35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785;p35">
              <a:extLst>
                <a:ext uri="{FF2B5EF4-FFF2-40B4-BE49-F238E27FC236}">
                  <a16:creationId xmlns:a16="http://schemas.microsoft.com/office/drawing/2014/main" id="{97907B72-2BAC-5F93-0861-E846151F9D72}"/>
                </a:ext>
              </a:extLst>
            </p:cNvPr>
            <p:cNvSpPr/>
            <p:nvPr/>
          </p:nvSpPr>
          <p:spPr>
            <a:xfrm>
              <a:off x="3137370" y="-313612"/>
              <a:ext cx="70777" cy="81858"/>
            </a:xfrm>
            <a:custGeom>
              <a:avLst/>
              <a:gdLst/>
              <a:ahLst/>
              <a:cxnLst/>
              <a:rect l="l" t="t" r="r" b="b"/>
              <a:pathLst>
                <a:path w="792" h="916" extrusionOk="0">
                  <a:moveTo>
                    <a:pt x="544" y="0"/>
                  </a:moveTo>
                  <a:lnTo>
                    <a:pt x="1" y="233"/>
                  </a:lnTo>
                  <a:lnTo>
                    <a:pt x="249" y="915"/>
                  </a:lnTo>
                  <a:lnTo>
                    <a:pt x="792" y="776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786;p35">
              <a:extLst>
                <a:ext uri="{FF2B5EF4-FFF2-40B4-BE49-F238E27FC236}">
                  <a16:creationId xmlns:a16="http://schemas.microsoft.com/office/drawing/2014/main" id="{A39C5272-B552-3A94-B290-2D23B049DD37}"/>
                </a:ext>
              </a:extLst>
            </p:cNvPr>
            <p:cNvSpPr/>
            <p:nvPr/>
          </p:nvSpPr>
          <p:spPr>
            <a:xfrm>
              <a:off x="3141570" y="-467499"/>
              <a:ext cx="76318" cy="83288"/>
            </a:xfrm>
            <a:custGeom>
              <a:avLst/>
              <a:gdLst/>
              <a:ahLst/>
              <a:cxnLst/>
              <a:rect l="l" t="t" r="r" b="b"/>
              <a:pathLst>
                <a:path w="854" h="932" extrusionOk="0">
                  <a:moveTo>
                    <a:pt x="311" y="1"/>
                  </a:moveTo>
                  <a:lnTo>
                    <a:pt x="0" y="637"/>
                  </a:lnTo>
                  <a:lnTo>
                    <a:pt x="512" y="931"/>
                  </a:lnTo>
                  <a:lnTo>
                    <a:pt x="854" y="218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787;p35">
              <a:extLst>
                <a:ext uri="{FF2B5EF4-FFF2-40B4-BE49-F238E27FC236}">
                  <a16:creationId xmlns:a16="http://schemas.microsoft.com/office/drawing/2014/main" id="{E391522E-6E92-82C5-F885-0DBB4425979E}"/>
                </a:ext>
              </a:extLst>
            </p:cNvPr>
            <p:cNvSpPr/>
            <p:nvPr/>
          </p:nvSpPr>
          <p:spPr>
            <a:xfrm>
              <a:off x="3256582" y="-570001"/>
              <a:ext cx="81858" cy="73547"/>
            </a:xfrm>
            <a:custGeom>
              <a:avLst/>
              <a:gdLst/>
              <a:ahLst/>
              <a:cxnLst/>
              <a:rect l="l" t="t" r="r" b="b"/>
              <a:pathLst>
                <a:path w="916" h="823" extrusionOk="0">
                  <a:moveTo>
                    <a:pt x="683" y="0"/>
                  </a:moveTo>
                  <a:lnTo>
                    <a:pt x="1" y="248"/>
                  </a:lnTo>
                  <a:lnTo>
                    <a:pt x="140" y="822"/>
                  </a:lnTo>
                  <a:lnTo>
                    <a:pt x="916" y="5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788;p35">
              <a:extLst>
                <a:ext uri="{FF2B5EF4-FFF2-40B4-BE49-F238E27FC236}">
                  <a16:creationId xmlns:a16="http://schemas.microsoft.com/office/drawing/2014/main" id="{129B6D92-CA85-ED45-2FBD-2DFCC4F7B3B7}"/>
                </a:ext>
              </a:extLst>
            </p:cNvPr>
            <p:cNvSpPr/>
            <p:nvPr/>
          </p:nvSpPr>
          <p:spPr>
            <a:xfrm>
              <a:off x="3409039" y="-564460"/>
              <a:ext cx="83288" cy="76318"/>
            </a:xfrm>
            <a:custGeom>
              <a:avLst/>
              <a:gdLst/>
              <a:ahLst/>
              <a:cxnLst/>
              <a:rect l="l" t="t" r="r" b="b"/>
              <a:pathLst>
                <a:path w="932" h="854" extrusionOk="0">
                  <a:moveTo>
                    <a:pt x="296" y="0"/>
                  </a:moveTo>
                  <a:lnTo>
                    <a:pt x="1" y="496"/>
                  </a:lnTo>
                  <a:lnTo>
                    <a:pt x="714" y="853"/>
                  </a:lnTo>
                  <a:lnTo>
                    <a:pt x="931" y="31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789;p35">
              <a:extLst>
                <a:ext uri="{FF2B5EF4-FFF2-40B4-BE49-F238E27FC236}">
                  <a16:creationId xmlns:a16="http://schemas.microsoft.com/office/drawing/2014/main" id="{DDDD0A35-A34D-4C68-28CC-C34952422276}"/>
                </a:ext>
              </a:extLst>
            </p:cNvPr>
            <p:cNvSpPr/>
            <p:nvPr/>
          </p:nvSpPr>
          <p:spPr>
            <a:xfrm>
              <a:off x="3521371" y="-450877"/>
              <a:ext cx="70777" cy="81858"/>
            </a:xfrm>
            <a:custGeom>
              <a:avLst/>
              <a:gdLst/>
              <a:ahLst/>
              <a:cxnLst/>
              <a:rect l="l" t="t" r="r" b="b"/>
              <a:pathLst>
                <a:path w="792" h="916" extrusionOk="0">
                  <a:moveTo>
                    <a:pt x="558" y="1"/>
                  </a:moveTo>
                  <a:lnTo>
                    <a:pt x="0" y="140"/>
                  </a:lnTo>
                  <a:lnTo>
                    <a:pt x="279" y="916"/>
                  </a:lnTo>
                  <a:lnTo>
                    <a:pt x="791" y="683"/>
                  </a:lnTo>
                  <a:lnTo>
                    <a:pt x="5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790;p35">
              <a:extLst>
                <a:ext uri="{FF2B5EF4-FFF2-40B4-BE49-F238E27FC236}">
                  <a16:creationId xmlns:a16="http://schemas.microsoft.com/office/drawing/2014/main" id="{6DFF8B14-9F19-CF3D-7831-6C2068756096}"/>
                </a:ext>
              </a:extLst>
            </p:cNvPr>
            <p:cNvSpPr/>
            <p:nvPr/>
          </p:nvSpPr>
          <p:spPr>
            <a:xfrm>
              <a:off x="3513060" y="-298420"/>
              <a:ext cx="76318" cy="83288"/>
            </a:xfrm>
            <a:custGeom>
              <a:avLst/>
              <a:gdLst/>
              <a:ahLst/>
              <a:cxnLst/>
              <a:rect l="l" t="t" r="r" b="b"/>
              <a:pathLst>
                <a:path w="854" h="932" extrusionOk="0">
                  <a:moveTo>
                    <a:pt x="341" y="1"/>
                  </a:moveTo>
                  <a:lnTo>
                    <a:pt x="0" y="730"/>
                  </a:lnTo>
                  <a:lnTo>
                    <a:pt x="543" y="931"/>
                  </a:lnTo>
                  <a:lnTo>
                    <a:pt x="853" y="296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791;p35">
              <a:extLst>
                <a:ext uri="{FF2B5EF4-FFF2-40B4-BE49-F238E27FC236}">
                  <a16:creationId xmlns:a16="http://schemas.microsoft.com/office/drawing/2014/main" id="{E3103AAF-2CA6-5945-2108-6C6A387F6E91}"/>
                </a:ext>
              </a:extLst>
            </p:cNvPr>
            <p:cNvSpPr/>
            <p:nvPr/>
          </p:nvSpPr>
          <p:spPr>
            <a:xfrm>
              <a:off x="3393847" y="-184748"/>
              <a:ext cx="80429" cy="72207"/>
            </a:xfrm>
            <a:custGeom>
              <a:avLst/>
              <a:gdLst/>
              <a:ahLst/>
              <a:cxnLst/>
              <a:rect l="l" t="t" r="r" b="b"/>
              <a:pathLst>
                <a:path w="900" h="808" extrusionOk="0">
                  <a:moveTo>
                    <a:pt x="745" y="1"/>
                  </a:moveTo>
                  <a:lnTo>
                    <a:pt x="0" y="264"/>
                  </a:lnTo>
                  <a:lnTo>
                    <a:pt x="233" y="807"/>
                  </a:lnTo>
                  <a:lnTo>
                    <a:pt x="900" y="559"/>
                  </a:lnTo>
                  <a:lnTo>
                    <a:pt x="7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7" name="Google Shape;792;p35">
            <a:extLst>
              <a:ext uri="{FF2B5EF4-FFF2-40B4-BE49-F238E27FC236}">
                <a16:creationId xmlns:a16="http://schemas.microsoft.com/office/drawing/2014/main" id="{AA500E4E-63CD-C4BD-E64E-421A28E58ACE}"/>
              </a:ext>
            </a:extLst>
          </p:cNvPr>
          <p:cNvGrpSpPr/>
          <p:nvPr/>
        </p:nvGrpSpPr>
        <p:grpSpPr>
          <a:xfrm rot="9463366">
            <a:off x="1152043" y="3850004"/>
            <a:ext cx="888556" cy="888556"/>
            <a:chOff x="3601710" y="-660170"/>
            <a:chExt cx="888556" cy="888556"/>
          </a:xfrm>
        </p:grpSpPr>
        <p:sp>
          <p:nvSpPr>
            <p:cNvPr id="1688" name="Google Shape;793;p35">
              <a:extLst>
                <a:ext uri="{FF2B5EF4-FFF2-40B4-BE49-F238E27FC236}">
                  <a16:creationId xmlns:a16="http://schemas.microsoft.com/office/drawing/2014/main" id="{4C1CF6A4-A231-B872-036D-87BF3A044A78}"/>
                </a:ext>
              </a:extLst>
            </p:cNvPr>
            <p:cNvSpPr/>
            <p:nvPr/>
          </p:nvSpPr>
          <p:spPr>
            <a:xfrm>
              <a:off x="3633613" y="-585997"/>
              <a:ext cx="838601" cy="740210"/>
            </a:xfrm>
            <a:custGeom>
              <a:avLst/>
              <a:gdLst/>
              <a:ahLst/>
              <a:cxnLst/>
              <a:rect l="l" t="t" r="r" b="b"/>
              <a:pathLst>
                <a:path w="9384" h="8283" extrusionOk="0">
                  <a:moveTo>
                    <a:pt x="4688" y="2208"/>
                  </a:moveTo>
                  <a:cubicBezTo>
                    <a:pt x="4929" y="2208"/>
                    <a:pt x="5175" y="2253"/>
                    <a:pt x="5413" y="2350"/>
                  </a:cubicBezTo>
                  <a:cubicBezTo>
                    <a:pt x="6406" y="2738"/>
                    <a:pt x="6887" y="3870"/>
                    <a:pt x="6483" y="4878"/>
                  </a:cubicBezTo>
                  <a:cubicBezTo>
                    <a:pt x="6178" y="5618"/>
                    <a:pt x="5455" y="6082"/>
                    <a:pt x="4691" y="6082"/>
                  </a:cubicBezTo>
                  <a:cubicBezTo>
                    <a:pt x="4446" y="6082"/>
                    <a:pt x="4196" y="6035"/>
                    <a:pt x="3955" y="5933"/>
                  </a:cubicBezTo>
                  <a:cubicBezTo>
                    <a:pt x="2978" y="5530"/>
                    <a:pt x="2482" y="4413"/>
                    <a:pt x="2901" y="3421"/>
                  </a:cubicBezTo>
                  <a:cubicBezTo>
                    <a:pt x="3207" y="2666"/>
                    <a:pt x="3925" y="2208"/>
                    <a:pt x="4688" y="2208"/>
                  </a:cubicBezTo>
                  <a:close/>
                  <a:moveTo>
                    <a:pt x="4697" y="0"/>
                  </a:moveTo>
                  <a:cubicBezTo>
                    <a:pt x="3061" y="0"/>
                    <a:pt x="1501" y="970"/>
                    <a:pt x="853" y="2583"/>
                  </a:cubicBezTo>
                  <a:cubicBezTo>
                    <a:pt x="0" y="4692"/>
                    <a:pt x="1009" y="7112"/>
                    <a:pt x="3149" y="7980"/>
                  </a:cubicBezTo>
                  <a:cubicBezTo>
                    <a:pt x="3656" y="8185"/>
                    <a:pt x="4180" y="8283"/>
                    <a:pt x="4696" y="8283"/>
                  </a:cubicBezTo>
                  <a:cubicBezTo>
                    <a:pt x="6326" y="8283"/>
                    <a:pt x="7871" y="7311"/>
                    <a:pt x="8531" y="5685"/>
                  </a:cubicBezTo>
                  <a:cubicBezTo>
                    <a:pt x="9384" y="3576"/>
                    <a:pt x="8376" y="1156"/>
                    <a:pt x="6251" y="303"/>
                  </a:cubicBezTo>
                  <a:cubicBezTo>
                    <a:pt x="5743" y="98"/>
                    <a:pt x="5216" y="0"/>
                    <a:pt x="46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794;p35">
              <a:extLst>
                <a:ext uri="{FF2B5EF4-FFF2-40B4-BE49-F238E27FC236}">
                  <a16:creationId xmlns:a16="http://schemas.microsoft.com/office/drawing/2014/main" id="{D86EBC3B-3A1A-2B4A-60A8-DAE95FE3563A}"/>
                </a:ext>
              </a:extLst>
            </p:cNvPr>
            <p:cNvSpPr/>
            <p:nvPr/>
          </p:nvSpPr>
          <p:spPr>
            <a:xfrm>
              <a:off x="3823514" y="85581"/>
              <a:ext cx="162197" cy="142805"/>
            </a:xfrm>
            <a:custGeom>
              <a:avLst/>
              <a:gdLst/>
              <a:ahLst/>
              <a:cxnLst/>
              <a:rect l="l" t="t" r="r" b="b"/>
              <a:pathLst>
                <a:path w="1815" h="1598" extrusionOk="0">
                  <a:moveTo>
                    <a:pt x="341" y="0"/>
                  </a:moveTo>
                  <a:lnTo>
                    <a:pt x="0" y="1086"/>
                  </a:lnTo>
                  <a:lnTo>
                    <a:pt x="1319" y="1598"/>
                  </a:lnTo>
                  <a:lnTo>
                    <a:pt x="1815" y="589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795;p35">
              <a:extLst>
                <a:ext uri="{FF2B5EF4-FFF2-40B4-BE49-F238E27FC236}">
                  <a16:creationId xmlns:a16="http://schemas.microsoft.com/office/drawing/2014/main" id="{DE532225-D9A7-8BA7-1E42-40BE35E7418D}"/>
                </a:ext>
              </a:extLst>
            </p:cNvPr>
            <p:cNvSpPr/>
            <p:nvPr/>
          </p:nvSpPr>
          <p:spPr>
            <a:xfrm>
              <a:off x="3608681" y="-138993"/>
              <a:ext cx="145576" cy="163627"/>
            </a:xfrm>
            <a:custGeom>
              <a:avLst/>
              <a:gdLst/>
              <a:ahLst/>
              <a:cxnLst/>
              <a:rect l="l" t="t" r="r" b="b"/>
              <a:pathLst>
                <a:path w="1629" h="1831" extrusionOk="0">
                  <a:moveTo>
                    <a:pt x="1008" y="0"/>
                  </a:moveTo>
                  <a:lnTo>
                    <a:pt x="0" y="528"/>
                  </a:lnTo>
                  <a:lnTo>
                    <a:pt x="543" y="1831"/>
                  </a:lnTo>
                  <a:lnTo>
                    <a:pt x="1629" y="1458"/>
                  </a:lnTo>
                  <a:lnTo>
                    <a:pt x="10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796;p35">
              <a:extLst>
                <a:ext uri="{FF2B5EF4-FFF2-40B4-BE49-F238E27FC236}">
                  <a16:creationId xmlns:a16="http://schemas.microsoft.com/office/drawing/2014/main" id="{0D10D9C5-E796-868C-4329-7C4359E53CD6}"/>
                </a:ext>
              </a:extLst>
            </p:cNvPr>
            <p:cNvSpPr/>
            <p:nvPr/>
          </p:nvSpPr>
          <p:spPr>
            <a:xfrm>
              <a:off x="3601710" y="-438366"/>
              <a:ext cx="142895" cy="163627"/>
            </a:xfrm>
            <a:custGeom>
              <a:avLst/>
              <a:gdLst/>
              <a:ahLst/>
              <a:cxnLst/>
              <a:rect l="l" t="t" r="r" b="b"/>
              <a:pathLst>
                <a:path w="1599" h="1831" extrusionOk="0">
                  <a:moveTo>
                    <a:pt x="512" y="0"/>
                  </a:moveTo>
                  <a:lnTo>
                    <a:pt x="1" y="1319"/>
                  </a:lnTo>
                  <a:lnTo>
                    <a:pt x="1009" y="1831"/>
                  </a:lnTo>
                  <a:lnTo>
                    <a:pt x="1598" y="357"/>
                  </a:lnTo>
                  <a:lnTo>
                    <a:pt x="5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797;p35">
              <a:extLst>
                <a:ext uri="{FF2B5EF4-FFF2-40B4-BE49-F238E27FC236}">
                  <a16:creationId xmlns:a16="http://schemas.microsoft.com/office/drawing/2014/main" id="{FEF8470D-D8AB-123B-D3EB-2DBF20832BFC}"/>
                </a:ext>
              </a:extLst>
            </p:cNvPr>
            <p:cNvSpPr/>
            <p:nvPr/>
          </p:nvSpPr>
          <p:spPr>
            <a:xfrm>
              <a:off x="3805462" y="-653199"/>
              <a:ext cx="163627" cy="144235"/>
            </a:xfrm>
            <a:custGeom>
              <a:avLst/>
              <a:gdLst/>
              <a:ahLst/>
              <a:cxnLst/>
              <a:rect l="l" t="t" r="r" b="b"/>
              <a:pathLst>
                <a:path w="1831" h="1614" extrusionOk="0">
                  <a:moveTo>
                    <a:pt x="1303" y="0"/>
                  </a:moveTo>
                  <a:lnTo>
                    <a:pt x="1" y="543"/>
                  </a:lnTo>
                  <a:lnTo>
                    <a:pt x="373" y="1613"/>
                  </a:lnTo>
                  <a:lnTo>
                    <a:pt x="1831" y="993"/>
                  </a:lnTo>
                  <a:lnTo>
                    <a:pt x="13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798;p35">
              <a:extLst>
                <a:ext uri="{FF2B5EF4-FFF2-40B4-BE49-F238E27FC236}">
                  <a16:creationId xmlns:a16="http://schemas.microsoft.com/office/drawing/2014/main" id="{CC9E585E-B7ED-E02F-A9CA-EE57B523977F}"/>
                </a:ext>
              </a:extLst>
            </p:cNvPr>
            <p:cNvSpPr/>
            <p:nvPr/>
          </p:nvSpPr>
          <p:spPr>
            <a:xfrm>
              <a:off x="4104835" y="-660170"/>
              <a:ext cx="163627" cy="144235"/>
            </a:xfrm>
            <a:custGeom>
              <a:avLst/>
              <a:gdLst/>
              <a:ahLst/>
              <a:cxnLst/>
              <a:rect l="l" t="t" r="r" b="b"/>
              <a:pathLst>
                <a:path w="1831" h="1614" extrusionOk="0">
                  <a:moveTo>
                    <a:pt x="512" y="1"/>
                  </a:moveTo>
                  <a:lnTo>
                    <a:pt x="1" y="1009"/>
                  </a:lnTo>
                  <a:lnTo>
                    <a:pt x="1505" y="1614"/>
                  </a:lnTo>
                  <a:lnTo>
                    <a:pt x="1831" y="528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799;p35">
              <a:extLst>
                <a:ext uri="{FF2B5EF4-FFF2-40B4-BE49-F238E27FC236}">
                  <a16:creationId xmlns:a16="http://schemas.microsoft.com/office/drawing/2014/main" id="{186A7785-530B-7D4F-F741-A8E8348CB3A4}"/>
                </a:ext>
              </a:extLst>
            </p:cNvPr>
            <p:cNvSpPr/>
            <p:nvPr/>
          </p:nvSpPr>
          <p:spPr>
            <a:xfrm>
              <a:off x="4339061" y="-454988"/>
              <a:ext cx="145665" cy="162197"/>
            </a:xfrm>
            <a:custGeom>
              <a:avLst/>
              <a:gdLst/>
              <a:ahLst/>
              <a:cxnLst/>
              <a:rect l="l" t="t" r="r" b="b"/>
              <a:pathLst>
                <a:path w="1630" h="1815" extrusionOk="0">
                  <a:moveTo>
                    <a:pt x="1071" y="0"/>
                  </a:moveTo>
                  <a:lnTo>
                    <a:pt x="1" y="342"/>
                  </a:lnTo>
                  <a:lnTo>
                    <a:pt x="621" y="1815"/>
                  </a:lnTo>
                  <a:lnTo>
                    <a:pt x="1629" y="1288"/>
                  </a:lnTo>
                  <a:lnTo>
                    <a:pt x="10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800;p35">
              <a:extLst>
                <a:ext uri="{FF2B5EF4-FFF2-40B4-BE49-F238E27FC236}">
                  <a16:creationId xmlns:a16="http://schemas.microsoft.com/office/drawing/2014/main" id="{C703002A-9B20-3C1A-8540-D07E1491F0CE}"/>
                </a:ext>
              </a:extLst>
            </p:cNvPr>
            <p:cNvSpPr/>
            <p:nvPr/>
          </p:nvSpPr>
          <p:spPr>
            <a:xfrm>
              <a:off x="4346031" y="-155615"/>
              <a:ext cx="144235" cy="162197"/>
            </a:xfrm>
            <a:custGeom>
              <a:avLst/>
              <a:gdLst/>
              <a:ahLst/>
              <a:cxnLst/>
              <a:rect l="l" t="t" r="r" b="b"/>
              <a:pathLst>
                <a:path w="1614" h="1815" extrusionOk="0">
                  <a:moveTo>
                    <a:pt x="605" y="0"/>
                  </a:moveTo>
                  <a:lnTo>
                    <a:pt x="0" y="1474"/>
                  </a:lnTo>
                  <a:lnTo>
                    <a:pt x="1086" y="1815"/>
                  </a:lnTo>
                  <a:lnTo>
                    <a:pt x="1613" y="497"/>
                  </a:lnTo>
                  <a:lnTo>
                    <a:pt x="6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801;p35">
              <a:extLst>
                <a:ext uri="{FF2B5EF4-FFF2-40B4-BE49-F238E27FC236}">
                  <a16:creationId xmlns:a16="http://schemas.microsoft.com/office/drawing/2014/main" id="{F9F7AE1A-67A8-C902-350C-89CB803B88C8}"/>
                </a:ext>
              </a:extLst>
            </p:cNvPr>
            <p:cNvSpPr/>
            <p:nvPr/>
          </p:nvSpPr>
          <p:spPr>
            <a:xfrm>
              <a:off x="4122887" y="78611"/>
              <a:ext cx="162197" cy="142805"/>
            </a:xfrm>
            <a:custGeom>
              <a:avLst/>
              <a:gdLst/>
              <a:ahLst/>
              <a:cxnLst/>
              <a:rect l="l" t="t" r="r" b="b"/>
              <a:pathLst>
                <a:path w="1815" h="1598" extrusionOk="0">
                  <a:moveTo>
                    <a:pt x="1474" y="0"/>
                  </a:moveTo>
                  <a:lnTo>
                    <a:pt x="0" y="621"/>
                  </a:lnTo>
                  <a:lnTo>
                    <a:pt x="528" y="1598"/>
                  </a:lnTo>
                  <a:lnTo>
                    <a:pt x="1815" y="1055"/>
                  </a:lnTo>
                  <a:lnTo>
                    <a:pt x="14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802;p35">
              <a:extLst>
                <a:ext uri="{FF2B5EF4-FFF2-40B4-BE49-F238E27FC236}">
                  <a16:creationId xmlns:a16="http://schemas.microsoft.com/office/drawing/2014/main" id="{6161CAE2-2BAB-8C0C-FFE8-35BA26DED7B8}"/>
                </a:ext>
              </a:extLst>
            </p:cNvPr>
            <p:cNvSpPr/>
            <p:nvPr/>
          </p:nvSpPr>
          <p:spPr>
            <a:xfrm>
              <a:off x="3928786" y="-339975"/>
              <a:ext cx="231634" cy="249596"/>
            </a:xfrm>
            <a:custGeom>
              <a:avLst/>
              <a:gdLst/>
              <a:ahLst/>
              <a:cxnLst/>
              <a:rect l="l" t="t" r="r" b="b"/>
              <a:pathLst>
                <a:path w="2592" h="2793" extrusionOk="0">
                  <a:moveTo>
                    <a:pt x="1305" y="944"/>
                  </a:moveTo>
                  <a:cubicBezTo>
                    <a:pt x="1361" y="944"/>
                    <a:pt x="1418" y="955"/>
                    <a:pt x="1474" y="978"/>
                  </a:cubicBezTo>
                  <a:cubicBezTo>
                    <a:pt x="1707" y="1071"/>
                    <a:pt x="1816" y="1319"/>
                    <a:pt x="1722" y="1552"/>
                  </a:cubicBezTo>
                  <a:cubicBezTo>
                    <a:pt x="1651" y="1731"/>
                    <a:pt x="1486" y="1846"/>
                    <a:pt x="1308" y="1846"/>
                  </a:cubicBezTo>
                  <a:cubicBezTo>
                    <a:pt x="1255" y="1846"/>
                    <a:pt x="1201" y="1836"/>
                    <a:pt x="1149" y="1815"/>
                  </a:cubicBezTo>
                  <a:cubicBezTo>
                    <a:pt x="900" y="1707"/>
                    <a:pt x="792" y="1459"/>
                    <a:pt x="885" y="1226"/>
                  </a:cubicBezTo>
                  <a:cubicBezTo>
                    <a:pt x="967" y="1050"/>
                    <a:pt x="1130" y="944"/>
                    <a:pt x="1305" y="944"/>
                  </a:cubicBezTo>
                  <a:close/>
                  <a:moveTo>
                    <a:pt x="1474" y="1"/>
                  </a:moveTo>
                  <a:lnTo>
                    <a:pt x="172" y="543"/>
                  </a:lnTo>
                  <a:lnTo>
                    <a:pt x="1" y="1939"/>
                  </a:lnTo>
                  <a:lnTo>
                    <a:pt x="1118" y="2792"/>
                  </a:lnTo>
                  <a:lnTo>
                    <a:pt x="2420" y="2249"/>
                  </a:lnTo>
                  <a:lnTo>
                    <a:pt x="2591" y="854"/>
                  </a:lnTo>
                  <a:lnTo>
                    <a:pt x="14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99" name="Picture 1698">
            <a:extLst>
              <a:ext uri="{FF2B5EF4-FFF2-40B4-BE49-F238E27FC236}">
                <a16:creationId xmlns:a16="http://schemas.microsoft.com/office/drawing/2014/main" id="{177EB40A-DCA9-A6B1-DA13-6DD341542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9526" y="3049470"/>
            <a:ext cx="2324424" cy="230537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769;p35">
            <a:extLst>
              <a:ext uri="{FF2B5EF4-FFF2-40B4-BE49-F238E27FC236}">
                <a16:creationId xmlns:a16="http://schemas.microsoft.com/office/drawing/2014/main" id="{2A2EC8E7-7772-B6F4-E440-394E9AFB400B}"/>
              </a:ext>
            </a:extLst>
          </p:cNvPr>
          <p:cNvSpPr txBox="1">
            <a:spLocks/>
          </p:cNvSpPr>
          <p:nvPr/>
        </p:nvSpPr>
        <p:spPr>
          <a:xfrm>
            <a:off x="210335" y="219141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E002E8-8118-6EB8-0F2A-FAA0927DB117}"/>
              </a:ext>
            </a:extLst>
          </p:cNvPr>
          <p:cNvSpPr/>
          <p:nvPr/>
        </p:nvSpPr>
        <p:spPr>
          <a:xfrm>
            <a:off x="5509352" y="59961"/>
            <a:ext cx="4181789" cy="15814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5" name="Google Shape;1493;p40">
            <a:extLst>
              <a:ext uri="{FF2B5EF4-FFF2-40B4-BE49-F238E27FC236}">
                <a16:creationId xmlns:a16="http://schemas.microsoft.com/office/drawing/2014/main" id="{B9856C1D-D385-1006-2CDD-AB7CA229CA01}"/>
              </a:ext>
            </a:extLst>
          </p:cNvPr>
          <p:cNvSpPr txBox="1">
            <a:spLocks/>
          </p:cNvSpPr>
          <p:nvPr/>
        </p:nvSpPr>
        <p:spPr>
          <a:xfrm>
            <a:off x="1823020" y="539338"/>
            <a:ext cx="4997505" cy="602048"/>
          </a:xfrm>
          <a:prstGeom prst="rect">
            <a:avLst/>
          </a:prstGeom>
          <a:solidFill>
            <a:srgbClr val="81A2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9pPr>
          </a:lstStyle>
          <a:p>
            <a:pPr algn="ctr"/>
            <a:r>
              <a:rPr lang="en-US" sz="4000" dirty="0"/>
              <a:t>STAGES OF REALISATION</a:t>
            </a:r>
          </a:p>
        </p:txBody>
      </p:sp>
      <p:grpSp>
        <p:nvGrpSpPr>
          <p:cNvPr id="27" name="Google Shape;712;p33">
            <a:extLst>
              <a:ext uri="{FF2B5EF4-FFF2-40B4-BE49-F238E27FC236}">
                <a16:creationId xmlns:a16="http://schemas.microsoft.com/office/drawing/2014/main" id="{C6F7A218-49D3-B438-D016-866A4634FD80}"/>
              </a:ext>
            </a:extLst>
          </p:cNvPr>
          <p:cNvGrpSpPr/>
          <p:nvPr/>
        </p:nvGrpSpPr>
        <p:grpSpPr>
          <a:xfrm>
            <a:off x="4973338" y="59961"/>
            <a:ext cx="5253816" cy="1622108"/>
            <a:chOff x="5092229" y="-180802"/>
            <a:chExt cx="5253816" cy="1622108"/>
          </a:xfrm>
          <a:solidFill>
            <a:srgbClr val="17548B"/>
          </a:solidFill>
        </p:grpSpPr>
        <p:sp>
          <p:nvSpPr>
            <p:cNvPr id="28" name="Google Shape;713;p33">
              <a:extLst>
                <a:ext uri="{FF2B5EF4-FFF2-40B4-BE49-F238E27FC236}">
                  <a16:creationId xmlns:a16="http://schemas.microsoft.com/office/drawing/2014/main" id="{3D922F7C-FBD3-F7AC-850E-D2D5BC46AD34}"/>
                </a:ext>
              </a:extLst>
            </p:cNvPr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avLst/>
              <a:gdLst/>
              <a:ahLst/>
              <a:cxnLst/>
              <a:rect l="l" t="t" r="r" b="b"/>
              <a:pathLst>
                <a:path w="3149" h="15790" extrusionOk="0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714;p33">
              <a:extLst>
                <a:ext uri="{FF2B5EF4-FFF2-40B4-BE49-F238E27FC236}">
                  <a16:creationId xmlns:a16="http://schemas.microsoft.com/office/drawing/2014/main" id="{54D21221-479F-47F3-09F0-E0F592A39E45}"/>
                </a:ext>
              </a:extLst>
            </p:cNvPr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715;p33">
              <a:extLst>
                <a:ext uri="{FF2B5EF4-FFF2-40B4-BE49-F238E27FC236}">
                  <a16:creationId xmlns:a16="http://schemas.microsoft.com/office/drawing/2014/main" id="{D5C9A4DB-E237-0115-F28C-FB05DED29C56}"/>
                </a:ext>
              </a:extLst>
            </p:cNvPr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avLst/>
              <a:gdLst/>
              <a:ahLst/>
              <a:cxnLst/>
              <a:rect l="l" t="t" r="r" b="b"/>
              <a:pathLst>
                <a:path w="3165" h="13634" extrusionOk="0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716;p33">
              <a:extLst>
                <a:ext uri="{FF2B5EF4-FFF2-40B4-BE49-F238E27FC236}">
                  <a16:creationId xmlns:a16="http://schemas.microsoft.com/office/drawing/2014/main" id="{7C73C0F4-76A3-068C-5A99-D53689BDDCDF}"/>
                </a:ext>
              </a:extLst>
            </p:cNvPr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717;p33">
              <a:extLst>
                <a:ext uri="{FF2B5EF4-FFF2-40B4-BE49-F238E27FC236}">
                  <a16:creationId xmlns:a16="http://schemas.microsoft.com/office/drawing/2014/main" id="{840DCD64-9771-639B-16F9-6ACC1EDE54C7}"/>
                </a:ext>
              </a:extLst>
            </p:cNvPr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avLst/>
              <a:gdLst/>
              <a:ahLst/>
              <a:cxnLst/>
              <a:rect l="l" t="t" r="r" b="b"/>
              <a:pathLst>
                <a:path w="94" h="12610" extrusionOk="0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718;p33">
              <a:extLst>
                <a:ext uri="{FF2B5EF4-FFF2-40B4-BE49-F238E27FC236}">
                  <a16:creationId xmlns:a16="http://schemas.microsoft.com/office/drawing/2014/main" id="{418770C3-B1CB-079F-B80D-BB945105D686}"/>
                </a:ext>
              </a:extLst>
            </p:cNvPr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avLst/>
              <a:gdLst/>
              <a:ahLst/>
              <a:cxnLst/>
              <a:rect l="l" t="t" r="r" b="b"/>
              <a:pathLst>
                <a:path w="621" h="621" extrusionOk="0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719;p33">
              <a:extLst>
                <a:ext uri="{FF2B5EF4-FFF2-40B4-BE49-F238E27FC236}">
                  <a16:creationId xmlns:a16="http://schemas.microsoft.com/office/drawing/2014/main" id="{83FC8833-17EA-5EC1-3706-222D3B8F6574}"/>
                </a:ext>
              </a:extLst>
            </p:cNvPr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avLst/>
              <a:gdLst/>
              <a:ahLst/>
              <a:cxnLst/>
              <a:rect l="l" t="t" r="r" b="b"/>
              <a:pathLst>
                <a:path w="2203" h="18597" extrusionOk="0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720;p33">
              <a:extLst>
                <a:ext uri="{FF2B5EF4-FFF2-40B4-BE49-F238E27FC236}">
                  <a16:creationId xmlns:a16="http://schemas.microsoft.com/office/drawing/2014/main" id="{1B5C9F8E-B074-669D-8484-691F55D43E82}"/>
                </a:ext>
              </a:extLst>
            </p:cNvPr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avLst/>
              <a:gdLst/>
              <a:ahLst/>
              <a:cxnLst/>
              <a:rect l="l" t="t" r="r" b="b"/>
              <a:pathLst>
                <a:path w="652" h="653" extrusionOk="0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721;p33">
              <a:extLst>
                <a:ext uri="{FF2B5EF4-FFF2-40B4-BE49-F238E27FC236}">
                  <a16:creationId xmlns:a16="http://schemas.microsoft.com/office/drawing/2014/main" id="{56DC2E2B-3634-B29A-5B8A-E9F357AF76AF}"/>
                </a:ext>
              </a:extLst>
            </p:cNvPr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avLst/>
              <a:gdLst/>
              <a:ahLst/>
              <a:cxnLst/>
              <a:rect l="l" t="t" r="r" b="b"/>
              <a:pathLst>
                <a:path w="2545" h="15154" extrusionOk="0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722;p33">
              <a:extLst>
                <a:ext uri="{FF2B5EF4-FFF2-40B4-BE49-F238E27FC236}">
                  <a16:creationId xmlns:a16="http://schemas.microsoft.com/office/drawing/2014/main" id="{C174FC7F-802C-6917-E4FA-5B67CE51F196}"/>
                </a:ext>
              </a:extLst>
            </p:cNvPr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avLst/>
              <a:gdLst/>
              <a:ahLst/>
              <a:cxnLst/>
              <a:rect l="l" t="t" r="r" b="b"/>
              <a:pathLst>
                <a:path w="622" h="621" extrusionOk="0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" name="Google Shape;712;p33">
            <a:extLst>
              <a:ext uri="{FF2B5EF4-FFF2-40B4-BE49-F238E27FC236}">
                <a16:creationId xmlns:a16="http://schemas.microsoft.com/office/drawing/2014/main" id="{81413855-A493-D832-5D6B-3F85C311750A}"/>
              </a:ext>
            </a:extLst>
          </p:cNvPr>
          <p:cNvGrpSpPr/>
          <p:nvPr/>
        </p:nvGrpSpPr>
        <p:grpSpPr>
          <a:xfrm rot="10800000">
            <a:off x="-1191481" y="122675"/>
            <a:ext cx="5253816" cy="1622108"/>
            <a:chOff x="5092229" y="-180802"/>
            <a:chExt cx="5253816" cy="1622108"/>
          </a:xfrm>
          <a:solidFill>
            <a:srgbClr val="17548B"/>
          </a:solidFill>
        </p:grpSpPr>
        <p:sp>
          <p:nvSpPr>
            <p:cNvPr id="39" name="Google Shape;713;p33">
              <a:extLst>
                <a:ext uri="{FF2B5EF4-FFF2-40B4-BE49-F238E27FC236}">
                  <a16:creationId xmlns:a16="http://schemas.microsoft.com/office/drawing/2014/main" id="{993E747A-61CD-6841-63F1-B8D47DBDAAD8}"/>
                </a:ext>
              </a:extLst>
            </p:cNvPr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avLst/>
              <a:gdLst/>
              <a:ahLst/>
              <a:cxnLst/>
              <a:rect l="l" t="t" r="r" b="b"/>
              <a:pathLst>
                <a:path w="3149" h="15790" extrusionOk="0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714;p33">
              <a:extLst>
                <a:ext uri="{FF2B5EF4-FFF2-40B4-BE49-F238E27FC236}">
                  <a16:creationId xmlns:a16="http://schemas.microsoft.com/office/drawing/2014/main" id="{FC4FF04A-85E9-ABD0-005B-0E391D534FE9}"/>
                </a:ext>
              </a:extLst>
            </p:cNvPr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715;p33">
              <a:extLst>
                <a:ext uri="{FF2B5EF4-FFF2-40B4-BE49-F238E27FC236}">
                  <a16:creationId xmlns:a16="http://schemas.microsoft.com/office/drawing/2014/main" id="{66F6DE37-42AD-23C8-E0F7-D8B1FDF916E2}"/>
                </a:ext>
              </a:extLst>
            </p:cNvPr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avLst/>
              <a:gdLst/>
              <a:ahLst/>
              <a:cxnLst/>
              <a:rect l="l" t="t" r="r" b="b"/>
              <a:pathLst>
                <a:path w="3165" h="13634" extrusionOk="0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716;p33">
              <a:extLst>
                <a:ext uri="{FF2B5EF4-FFF2-40B4-BE49-F238E27FC236}">
                  <a16:creationId xmlns:a16="http://schemas.microsoft.com/office/drawing/2014/main" id="{A3E917CB-3864-2220-5696-BE1387237EFC}"/>
                </a:ext>
              </a:extLst>
            </p:cNvPr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717;p33">
              <a:extLst>
                <a:ext uri="{FF2B5EF4-FFF2-40B4-BE49-F238E27FC236}">
                  <a16:creationId xmlns:a16="http://schemas.microsoft.com/office/drawing/2014/main" id="{632D5A53-CAC2-90FD-D6EB-348106E9653C}"/>
                </a:ext>
              </a:extLst>
            </p:cNvPr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avLst/>
              <a:gdLst/>
              <a:ahLst/>
              <a:cxnLst/>
              <a:rect l="l" t="t" r="r" b="b"/>
              <a:pathLst>
                <a:path w="94" h="12610" extrusionOk="0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718;p33">
              <a:extLst>
                <a:ext uri="{FF2B5EF4-FFF2-40B4-BE49-F238E27FC236}">
                  <a16:creationId xmlns:a16="http://schemas.microsoft.com/office/drawing/2014/main" id="{F83307F7-9C72-D23E-F867-D1EF370B846C}"/>
                </a:ext>
              </a:extLst>
            </p:cNvPr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avLst/>
              <a:gdLst/>
              <a:ahLst/>
              <a:cxnLst/>
              <a:rect l="l" t="t" r="r" b="b"/>
              <a:pathLst>
                <a:path w="621" h="621" extrusionOk="0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719;p33">
              <a:extLst>
                <a:ext uri="{FF2B5EF4-FFF2-40B4-BE49-F238E27FC236}">
                  <a16:creationId xmlns:a16="http://schemas.microsoft.com/office/drawing/2014/main" id="{CF6E4155-49F5-A032-5B6B-0F3BFEF18FC7}"/>
                </a:ext>
              </a:extLst>
            </p:cNvPr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avLst/>
              <a:gdLst/>
              <a:ahLst/>
              <a:cxnLst/>
              <a:rect l="l" t="t" r="r" b="b"/>
              <a:pathLst>
                <a:path w="2203" h="18597" extrusionOk="0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720;p33">
              <a:extLst>
                <a:ext uri="{FF2B5EF4-FFF2-40B4-BE49-F238E27FC236}">
                  <a16:creationId xmlns:a16="http://schemas.microsoft.com/office/drawing/2014/main" id="{57783EA3-7C04-97B4-2E2D-26D4C5CB3ACD}"/>
                </a:ext>
              </a:extLst>
            </p:cNvPr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avLst/>
              <a:gdLst/>
              <a:ahLst/>
              <a:cxnLst/>
              <a:rect l="l" t="t" r="r" b="b"/>
              <a:pathLst>
                <a:path w="652" h="653" extrusionOk="0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721;p33">
              <a:extLst>
                <a:ext uri="{FF2B5EF4-FFF2-40B4-BE49-F238E27FC236}">
                  <a16:creationId xmlns:a16="http://schemas.microsoft.com/office/drawing/2014/main" id="{699CB5D7-6378-A612-F02E-D657F6D7804B}"/>
                </a:ext>
              </a:extLst>
            </p:cNvPr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avLst/>
              <a:gdLst/>
              <a:ahLst/>
              <a:cxnLst/>
              <a:rect l="l" t="t" r="r" b="b"/>
              <a:pathLst>
                <a:path w="2545" h="15154" extrusionOk="0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722;p33">
              <a:extLst>
                <a:ext uri="{FF2B5EF4-FFF2-40B4-BE49-F238E27FC236}">
                  <a16:creationId xmlns:a16="http://schemas.microsoft.com/office/drawing/2014/main" id="{653E9667-DA76-FEB3-649F-DE80504AD021}"/>
                </a:ext>
              </a:extLst>
            </p:cNvPr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avLst/>
              <a:gdLst/>
              <a:ahLst/>
              <a:cxnLst/>
              <a:rect l="l" t="t" r="r" b="b"/>
              <a:pathLst>
                <a:path w="622" h="621" extrusionOk="0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" name="Google Shape;7842;p68">
            <a:extLst>
              <a:ext uri="{FF2B5EF4-FFF2-40B4-BE49-F238E27FC236}">
                <a16:creationId xmlns:a16="http://schemas.microsoft.com/office/drawing/2014/main" id="{0FB5D013-C37E-042C-0FC1-6BF537DF7B28}"/>
              </a:ext>
            </a:extLst>
          </p:cNvPr>
          <p:cNvGrpSpPr/>
          <p:nvPr/>
        </p:nvGrpSpPr>
        <p:grpSpPr>
          <a:xfrm>
            <a:off x="1289155" y="2383245"/>
            <a:ext cx="6970462" cy="1390290"/>
            <a:chOff x="28026" y="2506070"/>
            <a:chExt cx="5640447" cy="731972"/>
          </a:xfrm>
        </p:grpSpPr>
        <p:sp>
          <p:nvSpPr>
            <p:cNvPr id="50" name="Google Shape;7843;p68">
              <a:extLst>
                <a:ext uri="{FF2B5EF4-FFF2-40B4-BE49-F238E27FC236}">
                  <a16:creationId xmlns:a16="http://schemas.microsoft.com/office/drawing/2014/main" id="{2B29F7E6-3D69-D622-3F4E-BBB3E944CF52}"/>
                </a:ext>
              </a:extLst>
            </p:cNvPr>
            <p:cNvSpPr/>
            <p:nvPr/>
          </p:nvSpPr>
          <p:spPr>
            <a:xfrm>
              <a:off x="28026" y="2506074"/>
              <a:ext cx="1536250" cy="731968"/>
            </a:xfrm>
            <a:custGeom>
              <a:avLst/>
              <a:gdLst/>
              <a:ahLst/>
              <a:cxnLst/>
              <a:rect l="l" t="t" r="r" b="b"/>
              <a:pathLst>
                <a:path w="65726" h="26923" extrusionOk="0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43" y="26923"/>
                  </a:lnTo>
                  <a:lnTo>
                    <a:pt x="65725" y="13477"/>
                  </a:lnTo>
                  <a:lnTo>
                    <a:pt x="54943" y="0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7844;p68">
              <a:extLst>
                <a:ext uri="{FF2B5EF4-FFF2-40B4-BE49-F238E27FC236}">
                  <a16:creationId xmlns:a16="http://schemas.microsoft.com/office/drawing/2014/main" id="{C38EC18F-AF4B-DDDB-C57C-2B944DFBA632}"/>
                </a:ext>
              </a:extLst>
            </p:cNvPr>
            <p:cNvSpPr/>
            <p:nvPr/>
          </p:nvSpPr>
          <p:spPr>
            <a:xfrm>
              <a:off x="1395991" y="2506073"/>
              <a:ext cx="1536975" cy="731968"/>
            </a:xfrm>
            <a:custGeom>
              <a:avLst/>
              <a:gdLst/>
              <a:ahLst/>
              <a:cxnLst/>
              <a:rect l="l" t="t" r="r" b="b"/>
              <a:pathLst>
                <a:path w="65757" h="26923" extrusionOk="0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7845;p68">
              <a:extLst>
                <a:ext uri="{FF2B5EF4-FFF2-40B4-BE49-F238E27FC236}">
                  <a16:creationId xmlns:a16="http://schemas.microsoft.com/office/drawing/2014/main" id="{F6338F58-795E-8206-4EA7-915C093561FB}"/>
                </a:ext>
              </a:extLst>
            </p:cNvPr>
            <p:cNvSpPr/>
            <p:nvPr/>
          </p:nvSpPr>
          <p:spPr>
            <a:xfrm>
              <a:off x="2763282" y="2506072"/>
              <a:ext cx="1536975" cy="731968"/>
            </a:xfrm>
            <a:custGeom>
              <a:avLst/>
              <a:gdLst/>
              <a:ahLst/>
              <a:cxnLst/>
              <a:rect l="l" t="t" r="r" b="b"/>
              <a:pathLst>
                <a:path w="65757" h="26923" extrusionOk="0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7847;p68">
              <a:extLst>
                <a:ext uri="{FF2B5EF4-FFF2-40B4-BE49-F238E27FC236}">
                  <a16:creationId xmlns:a16="http://schemas.microsoft.com/office/drawing/2014/main" id="{D7F35DF0-29D1-AB36-9544-31876EACD810}"/>
                </a:ext>
              </a:extLst>
            </p:cNvPr>
            <p:cNvSpPr/>
            <p:nvPr/>
          </p:nvSpPr>
          <p:spPr>
            <a:xfrm>
              <a:off x="4132223" y="2506070"/>
              <a:ext cx="1536250" cy="731967"/>
            </a:xfrm>
            <a:custGeom>
              <a:avLst/>
              <a:gdLst/>
              <a:ahLst/>
              <a:cxnLst/>
              <a:rect l="l" t="t" r="r" b="b"/>
              <a:pathLst>
                <a:path w="65726" h="26923" extrusionOk="0">
                  <a:moveTo>
                    <a:pt x="1" y="0"/>
                  </a:moveTo>
                  <a:lnTo>
                    <a:pt x="10751" y="13477"/>
                  </a:lnTo>
                  <a:lnTo>
                    <a:pt x="1" y="26923"/>
                  </a:lnTo>
                  <a:lnTo>
                    <a:pt x="54944" y="26923"/>
                  </a:lnTo>
                  <a:lnTo>
                    <a:pt x="65726" y="13477"/>
                  </a:lnTo>
                  <a:lnTo>
                    <a:pt x="54944" y="0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C77BC46A-75A2-4DB1-BDCF-A93AE05FDA4A}"/>
              </a:ext>
            </a:extLst>
          </p:cNvPr>
          <p:cNvSpPr txBox="1"/>
          <p:nvPr/>
        </p:nvSpPr>
        <p:spPr>
          <a:xfrm>
            <a:off x="1525094" y="2905516"/>
            <a:ext cx="19302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dk1"/>
                </a:solidFill>
                <a:latin typeface="Electrolize"/>
                <a:sym typeface="Electrolize"/>
              </a:rPr>
              <a:t>ORGANISATION</a:t>
            </a:r>
            <a:endParaRPr lang="bg-BG" sz="1600" b="1" dirty="0">
              <a:solidFill>
                <a:schemeClr val="dk1"/>
              </a:solidFill>
              <a:sym typeface="Electrolize"/>
            </a:endParaRPr>
          </a:p>
        </p:txBody>
      </p:sp>
      <p:sp>
        <p:nvSpPr>
          <p:cNvPr id="72" name="Google Shape;7846;p68">
            <a:extLst>
              <a:ext uri="{FF2B5EF4-FFF2-40B4-BE49-F238E27FC236}">
                <a16:creationId xmlns:a16="http://schemas.microsoft.com/office/drawing/2014/main" id="{3A6135AE-2EB6-9BAE-BBD4-873514048EB0}"/>
              </a:ext>
            </a:extLst>
          </p:cNvPr>
          <p:cNvSpPr/>
          <p:nvPr/>
        </p:nvSpPr>
        <p:spPr>
          <a:xfrm>
            <a:off x="2980504" y="2383245"/>
            <a:ext cx="1898497" cy="1390281"/>
          </a:xfrm>
          <a:custGeom>
            <a:avLst/>
            <a:gdLst/>
            <a:ahLst/>
            <a:cxnLst/>
            <a:rect l="l" t="t" r="r" b="b"/>
            <a:pathLst>
              <a:path w="65757" h="26923" extrusionOk="0">
                <a:moveTo>
                  <a:pt x="0" y="0"/>
                </a:moveTo>
                <a:lnTo>
                  <a:pt x="10782" y="13477"/>
                </a:lnTo>
                <a:lnTo>
                  <a:pt x="0" y="26923"/>
                </a:lnTo>
                <a:lnTo>
                  <a:pt x="54975" y="26923"/>
                </a:lnTo>
                <a:lnTo>
                  <a:pt x="65757" y="13477"/>
                </a:lnTo>
                <a:lnTo>
                  <a:pt x="54975" y="0"/>
                </a:lnTo>
                <a:close/>
              </a:path>
            </a:pathLst>
          </a:custGeom>
          <a:solidFill>
            <a:srgbClr val="869F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EA57456-C808-0289-2D05-4B07A746F5E9}"/>
              </a:ext>
            </a:extLst>
          </p:cNvPr>
          <p:cNvSpPr txBox="1"/>
          <p:nvPr/>
        </p:nvSpPr>
        <p:spPr>
          <a:xfrm>
            <a:off x="3214791" y="2905516"/>
            <a:ext cx="19302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dk1"/>
                </a:solidFill>
                <a:latin typeface="Electrolize"/>
                <a:sym typeface="Electrolize"/>
              </a:rPr>
              <a:t>DECIDE ON THE IDEA</a:t>
            </a:r>
            <a:endParaRPr lang="bg-BG" sz="1600" b="1" dirty="0">
              <a:solidFill>
                <a:schemeClr val="dk1"/>
              </a:solidFill>
              <a:sym typeface="Electrolize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1904A93-B668-F57A-85AE-2417D28EC94C}"/>
              </a:ext>
            </a:extLst>
          </p:cNvPr>
          <p:cNvSpPr txBox="1"/>
          <p:nvPr/>
        </p:nvSpPr>
        <p:spPr>
          <a:xfrm>
            <a:off x="4924388" y="2896365"/>
            <a:ext cx="19302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dk1"/>
                </a:solidFill>
                <a:latin typeface="Electrolize"/>
                <a:sym typeface="Electrolize"/>
              </a:rPr>
              <a:t>DEVELOPMENT</a:t>
            </a:r>
            <a:endParaRPr lang="bg-BG" sz="1600" b="1" dirty="0">
              <a:solidFill>
                <a:schemeClr val="dk1"/>
              </a:solidFill>
              <a:sym typeface="Electrolize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C96821D-7679-DC26-166C-B464938B7559}"/>
              </a:ext>
            </a:extLst>
          </p:cNvPr>
          <p:cNvSpPr txBox="1"/>
          <p:nvPr/>
        </p:nvSpPr>
        <p:spPr>
          <a:xfrm>
            <a:off x="6600462" y="2882041"/>
            <a:ext cx="19302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dk1"/>
                </a:solidFill>
                <a:latin typeface="Electrolize"/>
                <a:sym typeface="Electrolize"/>
              </a:rPr>
              <a:t>PRESENTATION</a:t>
            </a:r>
            <a:endParaRPr lang="bg-BG" sz="1600" b="1" dirty="0">
              <a:solidFill>
                <a:schemeClr val="dk1"/>
              </a:solidFill>
              <a:sym typeface="Electrolize"/>
            </a:endParaRPr>
          </a:p>
        </p:txBody>
      </p:sp>
    </p:spTree>
    <p:extLst>
      <p:ext uri="{BB962C8B-B14F-4D97-AF65-F5344CB8AC3E}">
        <p14:creationId xmlns:p14="http://schemas.microsoft.com/office/powerpoint/2010/main" val="139594796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40"/>
          <p:cNvSpPr txBox="1">
            <a:spLocks noGrp="1"/>
          </p:cNvSpPr>
          <p:nvPr>
            <p:ph type="title"/>
          </p:nvPr>
        </p:nvSpPr>
        <p:spPr>
          <a:xfrm>
            <a:off x="2152352" y="356870"/>
            <a:ext cx="5274139" cy="602048"/>
          </a:xfrm>
          <a:prstGeom prst="rect">
            <a:avLst/>
          </a:prstGeom>
          <a:solidFill>
            <a:srgbClr val="7FBE78">
              <a:alpha val="54118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USED TECHNOLOGIES</a:t>
            </a:r>
            <a:endParaRPr sz="4000" dirty="0"/>
          </a:p>
        </p:txBody>
      </p:sp>
      <p:sp>
        <p:nvSpPr>
          <p:cNvPr id="1494" name="Google Shape;1494;p40"/>
          <p:cNvSpPr txBox="1">
            <a:spLocks noGrp="1"/>
          </p:cNvSpPr>
          <p:nvPr>
            <p:ph type="subTitle" idx="1"/>
          </p:nvPr>
        </p:nvSpPr>
        <p:spPr>
          <a:xfrm>
            <a:off x="868974" y="3505035"/>
            <a:ext cx="7652100" cy="211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,</a:t>
            </a:r>
            <a:endParaRPr dirty="0"/>
          </a:p>
        </p:txBody>
      </p:sp>
      <p:grpSp>
        <p:nvGrpSpPr>
          <p:cNvPr id="1499" name="Google Shape;1499;p40"/>
          <p:cNvGrpSpPr/>
          <p:nvPr/>
        </p:nvGrpSpPr>
        <p:grpSpPr>
          <a:xfrm rot="10800000" flipH="1">
            <a:off x="6306928" y="3527787"/>
            <a:ext cx="4563990" cy="1409125"/>
            <a:chOff x="5092229" y="-180802"/>
            <a:chExt cx="5253816" cy="1622108"/>
          </a:xfrm>
        </p:grpSpPr>
        <p:sp>
          <p:nvSpPr>
            <p:cNvPr id="1500" name="Google Shape;1500;p40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avLst/>
              <a:gdLst/>
              <a:ahLst/>
              <a:cxnLst/>
              <a:rect l="l" t="t" r="r" b="b"/>
              <a:pathLst>
                <a:path w="3149" h="15790" extrusionOk="0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40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40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avLst/>
              <a:gdLst/>
              <a:ahLst/>
              <a:cxnLst/>
              <a:rect l="l" t="t" r="r" b="b"/>
              <a:pathLst>
                <a:path w="3165" h="13634" extrusionOk="0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40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40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avLst/>
              <a:gdLst/>
              <a:ahLst/>
              <a:cxnLst/>
              <a:rect l="l" t="t" r="r" b="b"/>
              <a:pathLst>
                <a:path w="94" h="12610" extrusionOk="0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40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avLst/>
              <a:gdLst/>
              <a:ahLst/>
              <a:cxnLst/>
              <a:rect l="l" t="t" r="r" b="b"/>
              <a:pathLst>
                <a:path w="621" h="621" extrusionOk="0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40"/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avLst/>
              <a:gdLst/>
              <a:ahLst/>
              <a:cxnLst/>
              <a:rect l="l" t="t" r="r" b="b"/>
              <a:pathLst>
                <a:path w="2203" h="18597" extrusionOk="0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40"/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avLst/>
              <a:gdLst/>
              <a:ahLst/>
              <a:cxnLst/>
              <a:rect l="l" t="t" r="r" b="b"/>
              <a:pathLst>
                <a:path w="652" h="653" extrusionOk="0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40"/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avLst/>
              <a:gdLst/>
              <a:ahLst/>
              <a:cxnLst/>
              <a:rect l="l" t="t" r="r" b="b"/>
              <a:pathLst>
                <a:path w="2545" h="15154" extrusionOk="0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40"/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avLst/>
              <a:gdLst/>
              <a:ahLst/>
              <a:cxnLst/>
              <a:rect l="l" t="t" r="r" b="b"/>
              <a:pathLst>
                <a:path w="622" h="621" extrusionOk="0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0" name="Google Shape;1510;p40"/>
          <p:cNvGrpSpPr/>
          <p:nvPr/>
        </p:nvGrpSpPr>
        <p:grpSpPr>
          <a:xfrm flipH="1">
            <a:off x="-2085672" y="36587"/>
            <a:ext cx="4563990" cy="1409125"/>
            <a:chOff x="5092229" y="-180802"/>
            <a:chExt cx="5253816" cy="1622108"/>
          </a:xfrm>
          <a:solidFill>
            <a:srgbClr val="17548B"/>
          </a:solidFill>
        </p:grpSpPr>
        <p:sp>
          <p:nvSpPr>
            <p:cNvPr id="1511" name="Google Shape;1511;p40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avLst/>
              <a:gdLst/>
              <a:ahLst/>
              <a:cxnLst/>
              <a:rect l="l" t="t" r="r" b="b"/>
              <a:pathLst>
                <a:path w="3149" h="15790" extrusionOk="0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40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40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avLst/>
              <a:gdLst/>
              <a:ahLst/>
              <a:cxnLst/>
              <a:rect l="l" t="t" r="r" b="b"/>
              <a:pathLst>
                <a:path w="3165" h="13634" extrusionOk="0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40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40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avLst/>
              <a:gdLst/>
              <a:ahLst/>
              <a:cxnLst/>
              <a:rect l="l" t="t" r="r" b="b"/>
              <a:pathLst>
                <a:path w="94" h="12610" extrusionOk="0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40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avLst/>
              <a:gdLst/>
              <a:ahLst/>
              <a:cxnLst/>
              <a:rect l="l" t="t" r="r" b="b"/>
              <a:pathLst>
                <a:path w="621" h="621" extrusionOk="0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40"/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avLst/>
              <a:gdLst/>
              <a:ahLst/>
              <a:cxnLst/>
              <a:rect l="l" t="t" r="r" b="b"/>
              <a:pathLst>
                <a:path w="2203" h="18597" extrusionOk="0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40"/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avLst/>
              <a:gdLst/>
              <a:ahLst/>
              <a:cxnLst/>
              <a:rect l="l" t="t" r="r" b="b"/>
              <a:pathLst>
                <a:path w="652" h="653" extrusionOk="0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40"/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avLst/>
              <a:gdLst/>
              <a:ahLst/>
              <a:cxnLst/>
              <a:rect l="l" t="t" r="r" b="b"/>
              <a:pathLst>
                <a:path w="2545" h="15154" extrusionOk="0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40"/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avLst/>
              <a:gdLst/>
              <a:ahLst/>
              <a:cxnLst/>
              <a:rect l="l" t="t" r="r" b="b"/>
              <a:pathLst>
                <a:path w="622" h="621" extrusionOk="0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87C38DD-70A6-DF68-69D4-F2E6B3363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3165" y="1384472"/>
            <a:ext cx="1377669" cy="134411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91A5B559-1FD5-ED7D-3CA5-CCBF672BF8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2898" y="1401497"/>
            <a:ext cx="1194649" cy="1344114"/>
          </a:xfrm>
          <a:prstGeom prst="rect">
            <a:avLst/>
          </a:prstGeom>
        </p:spPr>
      </p:pic>
      <p:pic>
        <p:nvPicPr>
          <p:cNvPr id="4" name="Picture 2" descr="Visual Studio logo and symbol, meaning, history, PNG">
            <a:extLst>
              <a:ext uri="{FF2B5EF4-FFF2-40B4-BE49-F238E27FC236}">
                <a16:creationId xmlns:a16="http://schemas.microsoft.com/office/drawing/2014/main" id="{DC4BD87E-418A-9710-30DB-2FF867E74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7326" y="1652293"/>
            <a:ext cx="1854986" cy="1159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4F0281-7FE1-8ABC-499D-F60EE59D71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5908" y="3144146"/>
            <a:ext cx="1445284" cy="13441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F9F830-2283-E73B-595A-1F540E90E1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8462" y="3129205"/>
            <a:ext cx="1308669" cy="1308669"/>
          </a:xfrm>
          <a:prstGeom prst="rect">
            <a:avLst/>
          </a:prstGeom>
        </p:spPr>
      </p:pic>
      <p:pic>
        <p:nvPicPr>
          <p:cNvPr id="7" name="Picture 6" descr="A picture containing text, first-aid kit&#10;&#10;Description automatically generated">
            <a:extLst>
              <a:ext uri="{FF2B5EF4-FFF2-40B4-BE49-F238E27FC236}">
                <a16:creationId xmlns:a16="http://schemas.microsoft.com/office/drawing/2014/main" id="{E80EB494-F635-09C2-692F-F416465F6D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8641" y="3128067"/>
            <a:ext cx="1396178" cy="139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01117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3" name="Google Shape;3553;p57"/>
          <p:cNvGrpSpPr/>
          <p:nvPr/>
        </p:nvGrpSpPr>
        <p:grpSpPr>
          <a:xfrm>
            <a:off x="1763918" y="1005453"/>
            <a:ext cx="5756117" cy="3057879"/>
            <a:chOff x="3148500" y="2255975"/>
            <a:chExt cx="3365400" cy="1784517"/>
          </a:xfrm>
          <a:solidFill>
            <a:srgbClr val="009900"/>
          </a:solidFill>
        </p:grpSpPr>
        <p:sp>
          <p:nvSpPr>
            <p:cNvPr id="3554" name="Google Shape;3554;p57"/>
            <p:cNvSpPr/>
            <p:nvPr/>
          </p:nvSpPr>
          <p:spPr>
            <a:xfrm>
              <a:off x="3495775" y="2255975"/>
              <a:ext cx="2670600" cy="16347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57"/>
            <p:cNvSpPr/>
            <p:nvPr/>
          </p:nvSpPr>
          <p:spPr>
            <a:xfrm rot="10800000">
              <a:off x="3148500" y="3890492"/>
              <a:ext cx="3365400" cy="150000"/>
            </a:xfrm>
            <a:prstGeom prst="round2SameRect">
              <a:avLst>
                <a:gd name="adj1" fmla="val 50000"/>
                <a:gd name="adj2" fmla="val 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57"/>
            <p:cNvSpPr/>
            <p:nvPr/>
          </p:nvSpPr>
          <p:spPr>
            <a:xfrm rot="10800000">
              <a:off x="4614400" y="3890475"/>
              <a:ext cx="433500" cy="77100"/>
            </a:xfrm>
            <a:prstGeom prst="round2SameRect">
              <a:avLst>
                <a:gd name="adj1" fmla="val 50000"/>
                <a:gd name="adj2" fmla="val 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57"/>
            <p:cNvSpPr/>
            <p:nvPr/>
          </p:nvSpPr>
          <p:spPr>
            <a:xfrm>
              <a:off x="4792575" y="2332725"/>
              <a:ext cx="77100" cy="771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1" name="Google Shape;3561;p57"/>
          <p:cNvGrpSpPr/>
          <p:nvPr/>
        </p:nvGrpSpPr>
        <p:grpSpPr>
          <a:xfrm>
            <a:off x="6093479" y="2"/>
            <a:ext cx="5253816" cy="1622108"/>
            <a:chOff x="5092229" y="-180802"/>
            <a:chExt cx="5253816" cy="1622108"/>
          </a:xfrm>
        </p:grpSpPr>
        <p:sp>
          <p:nvSpPr>
            <p:cNvPr id="3562" name="Google Shape;3562;p57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avLst/>
              <a:gdLst/>
              <a:ahLst/>
              <a:cxnLst/>
              <a:rect l="l" t="t" r="r" b="b"/>
              <a:pathLst>
                <a:path w="3149" h="15790" extrusionOk="0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57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57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avLst/>
              <a:gdLst/>
              <a:ahLst/>
              <a:cxnLst/>
              <a:rect l="l" t="t" r="r" b="b"/>
              <a:pathLst>
                <a:path w="3165" h="13634" extrusionOk="0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57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57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avLst/>
              <a:gdLst/>
              <a:ahLst/>
              <a:cxnLst/>
              <a:rect l="l" t="t" r="r" b="b"/>
              <a:pathLst>
                <a:path w="94" h="12610" extrusionOk="0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57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avLst/>
              <a:gdLst/>
              <a:ahLst/>
              <a:cxnLst/>
              <a:rect l="l" t="t" r="r" b="b"/>
              <a:pathLst>
                <a:path w="621" h="621" extrusionOk="0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57"/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avLst/>
              <a:gdLst/>
              <a:ahLst/>
              <a:cxnLst/>
              <a:rect l="l" t="t" r="r" b="b"/>
              <a:pathLst>
                <a:path w="2203" h="18597" extrusionOk="0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57"/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avLst/>
              <a:gdLst/>
              <a:ahLst/>
              <a:cxnLst/>
              <a:rect l="l" t="t" r="r" b="b"/>
              <a:pathLst>
                <a:path w="652" h="653" extrusionOk="0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57"/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avLst/>
              <a:gdLst/>
              <a:ahLst/>
              <a:cxnLst/>
              <a:rect l="l" t="t" r="r" b="b"/>
              <a:pathLst>
                <a:path w="2545" h="15154" extrusionOk="0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57"/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avLst/>
              <a:gdLst/>
              <a:ahLst/>
              <a:cxnLst/>
              <a:rect l="l" t="t" r="r" b="b"/>
              <a:pathLst>
                <a:path w="622" h="621" extrusionOk="0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72" name="Google Shape;3572;p57"/>
          <p:cNvGrpSpPr/>
          <p:nvPr/>
        </p:nvGrpSpPr>
        <p:grpSpPr>
          <a:xfrm rot="10800000">
            <a:off x="-2225571" y="3281327"/>
            <a:ext cx="5253816" cy="1622108"/>
            <a:chOff x="5092229" y="-180802"/>
            <a:chExt cx="5253816" cy="1622108"/>
          </a:xfrm>
          <a:solidFill>
            <a:srgbClr val="17548B"/>
          </a:solidFill>
        </p:grpSpPr>
        <p:sp>
          <p:nvSpPr>
            <p:cNvPr id="3573" name="Google Shape;3573;p57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avLst/>
              <a:gdLst/>
              <a:ahLst/>
              <a:cxnLst/>
              <a:rect l="l" t="t" r="r" b="b"/>
              <a:pathLst>
                <a:path w="3149" h="15790" extrusionOk="0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57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57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avLst/>
              <a:gdLst/>
              <a:ahLst/>
              <a:cxnLst/>
              <a:rect l="l" t="t" r="r" b="b"/>
              <a:pathLst>
                <a:path w="3165" h="13634" extrusionOk="0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57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57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avLst/>
              <a:gdLst/>
              <a:ahLst/>
              <a:cxnLst/>
              <a:rect l="l" t="t" r="r" b="b"/>
              <a:pathLst>
                <a:path w="94" h="12610" extrusionOk="0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57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avLst/>
              <a:gdLst/>
              <a:ahLst/>
              <a:cxnLst/>
              <a:rect l="l" t="t" r="r" b="b"/>
              <a:pathLst>
                <a:path w="621" h="621" extrusionOk="0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57"/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avLst/>
              <a:gdLst/>
              <a:ahLst/>
              <a:cxnLst/>
              <a:rect l="l" t="t" r="r" b="b"/>
              <a:pathLst>
                <a:path w="2203" h="18597" extrusionOk="0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57"/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avLst/>
              <a:gdLst/>
              <a:ahLst/>
              <a:cxnLst/>
              <a:rect l="l" t="t" r="r" b="b"/>
              <a:pathLst>
                <a:path w="652" h="653" extrusionOk="0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57"/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avLst/>
              <a:gdLst/>
              <a:ahLst/>
              <a:cxnLst/>
              <a:rect l="l" t="t" r="r" b="b"/>
              <a:pathLst>
                <a:path w="2545" h="15154" extrusionOk="0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57"/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avLst/>
              <a:gdLst/>
              <a:ahLst/>
              <a:cxnLst/>
              <a:rect l="l" t="t" r="r" b="b"/>
              <a:pathLst>
                <a:path w="622" h="621" extrusionOk="0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83" name="Google Shape;3583;p57"/>
          <p:cNvSpPr/>
          <p:nvPr/>
        </p:nvSpPr>
        <p:spPr>
          <a:xfrm>
            <a:off x="729781" y="1247019"/>
            <a:ext cx="425556" cy="432527"/>
          </a:xfrm>
          <a:custGeom>
            <a:avLst/>
            <a:gdLst/>
            <a:ahLst/>
            <a:cxnLst/>
            <a:rect l="l" t="t" r="r" b="b"/>
            <a:pathLst>
              <a:path w="4762" h="4840" extrusionOk="0">
                <a:moveTo>
                  <a:pt x="2386" y="1333"/>
                </a:moveTo>
                <a:cubicBezTo>
                  <a:pt x="2559" y="1333"/>
                  <a:pt x="2735" y="1374"/>
                  <a:pt x="2901" y="1459"/>
                </a:cubicBezTo>
                <a:cubicBezTo>
                  <a:pt x="3444" y="1754"/>
                  <a:pt x="3630" y="2405"/>
                  <a:pt x="3351" y="2948"/>
                </a:cubicBezTo>
                <a:cubicBezTo>
                  <a:pt x="3148" y="3321"/>
                  <a:pt x="2776" y="3533"/>
                  <a:pt x="2382" y="3533"/>
                </a:cubicBezTo>
                <a:cubicBezTo>
                  <a:pt x="2204" y="3533"/>
                  <a:pt x="2020" y="3490"/>
                  <a:pt x="1846" y="3398"/>
                </a:cubicBezTo>
                <a:cubicBezTo>
                  <a:pt x="1303" y="3103"/>
                  <a:pt x="1117" y="2452"/>
                  <a:pt x="1412" y="1909"/>
                </a:cubicBezTo>
                <a:cubicBezTo>
                  <a:pt x="1617" y="1542"/>
                  <a:pt x="1993" y="1333"/>
                  <a:pt x="2386" y="1333"/>
                </a:cubicBezTo>
                <a:close/>
                <a:moveTo>
                  <a:pt x="2901" y="1"/>
                </a:moveTo>
                <a:lnTo>
                  <a:pt x="2715" y="373"/>
                </a:lnTo>
                <a:cubicBezTo>
                  <a:pt x="2653" y="466"/>
                  <a:pt x="2529" y="544"/>
                  <a:pt x="2420" y="544"/>
                </a:cubicBezTo>
                <a:lnTo>
                  <a:pt x="2218" y="544"/>
                </a:lnTo>
                <a:cubicBezTo>
                  <a:pt x="2205" y="546"/>
                  <a:pt x="2191" y="547"/>
                  <a:pt x="2178" y="547"/>
                </a:cubicBezTo>
                <a:cubicBezTo>
                  <a:pt x="2080" y="547"/>
                  <a:pt x="1976" y="498"/>
                  <a:pt x="1908" y="389"/>
                </a:cubicBezTo>
                <a:lnTo>
                  <a:pt x="1691" y="48"/>
                </a:lnTo>
                <a:lnTo>
                  <a:pt x="559" y="745"/>
                </a:lnTo>
                <a:lnTo>
                  <a:pt x="776" y="1133"/>
                </a:lnTo>
                <a:cubicBezTo>
                  <a:pt x="822" y="1226"/>
                  <a:pt x="822" y="1366"/>
                  <a:pt x="776" y="1459"/>
                </a:cubicBezTo>
                <a:lnTo>
                  <a:pt x="714" y="1536"/>
                </a:lnTo>
                <a:cubicBezTo>
                  <a:pt x="698" y="1567"/>
                  <a:pt x="667" y="1598"/>
                  <a:pt x="667" y="1630"/>
                </a:cubicBezTo>
                <a:cubicBezTo>
                  <a:pt x="621" y="1754"/>
                  <a:pt x="512" y="1800"/>
                  <a:pt x="404" y="1816"/>
                </a:cubicBezTo>
                <a:lnTo>
                  <a:pt x="0" y="1847"/>
                </a:lnTo>
                <a:lnTo>
                  <a:pt x="32" y="3180"/>
                </a:lnTo>
                <a:lnTo>
                  <a:pt x="435" y="3165"/>
                </a:lnTo>
                <a:cubicBezTo>
                  <a:pt x="559" y="3165"/>
                  <a:pt x="667" y="3211"/>
                  <a:pt x="729" y="3336"/>
                </a:cubicBezTo>
                <a:lnTo>
                  <a:pt x="854" y="3506"/>
                </a:lnTo>
                <a:cubicBezTo>
                  <a:pt x="931" y="3599"/>
                  <a:pt x="931" y="3739"/>
                  <a:pt x="869" y="3832"/>
                </a:cubicBezTo>
                <a:lnTo>
                  <a:pt x="667" y="4204"/>
                </a:lnTo>
                <a:lnTo>
                  <a:pt x="1862" y="4840"/>
                </a:lnTo>
                <a:lnTo>
                  <a:pt x="2048" y="4483"/>
                </a:lnTo>
                <a:cubicBezTo>
                  <a:pt x="2110" y="4375"/>
                  <a:pt x="2218" y="4297"/>
                  <a:pt x="2342" y="4297"/>
                </a:cubicBezTo>
                <a:lnTo>
                  <a:pt x="2529" y="4297"/>
                </a:lnTo>
                <a:cubicBezTo>
                  <a:pt x="2541" y="4296"/>
                  <a:pt x="2554" y="4295"/>
                  <a:pt x="2566" y="4295"/>
                </a:cubicBezTo>
                <a:cubicBezTo>
                  <a:pt x="2674" y="4295"/>
                  <a:pt x="2769" y="4355"/>
                  <a:pt x="2839" y="4452"/>
                </a:cubicBezTo>
                <a:lnTo>
                  <a:pt x="3056" y="4809"/>
                </a:lnTo>
                <a:lnTo>
                  <a:pt x="4204" y="4096"/>
                </a:lnTo>
                <a:lnTo>
                  <a:pt x="3986" y="3739"/>
                </a:lnTo>
                <a:cubicBezTo>
                  <a:pt x="3924" y="3646"/>
                  <a:pt x="3924" y="3506"/>
                  <a:pt x="3986" y="3413"/>
                </a:cubicBezTo>
                <a:lnTo>
                  <a:pt x="4048" y="3336"/>
                </a:lnTo>
                <a:cubicBezTo>
                  <a:pt x="4064" y="3305"/>
                  <a:pt x="4080" y="3274"/>
                  <a:pt x="4080" y="3242"/>
                </a:cubicBezTo>
                <a:cubicBezTo>
                  <a:pt x="4142" y="3118"/>
                  <a:pt x="4235" y="3072"/>
                  <a:pt x="4359" y="3041"/>
                </a:cubicBezTo>
                <a:lnTo>
                  <a:pt x="4762" y="3025"/>
                </a:lnTo>
                <a:lnTo>
                  <a:pt x="4731" y="1692"/>
                </a:lnTo>
                <a:lnTo>
                  <a:pt x="4312" y="1692"/>
                </a:lnTo>
                <a:cubicBezTo>
                  <a:pt x="4204" y="1692"/>
                  <a:pt x="4080" y="1630"/>
                  <a:pt x="4033" y="1521"/>
                </a:cubicBezTo>
                <a:lnTo>
                  <a:pt x="3909" y="1335"/>
                </a:lnTo>
                <a:cubicBezTo>
                  <a:pt x="3831" y="1242"/>
                  <a:pt x="3831" y="1102"/>
                  <a:pt x="3893" y="1009"/>
                </a:cubicBezTo>
                <a:lnTo>
                  <a:pt x="4080" y="637"/>
                </a:lnTo>
                <a:lnTo>
                  <a:pt x="290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84" name="Google Shape;3584;p57"/>
          <p:cNvGrpSpPr/>
          <p:nvPr/>
        </p:nvGrpSpPr>
        <p:grpSpPr>
          <a:xfrm>
            <a:off x="516708" y="383809"/>
            <a:ext cx="662152" cy="662152"/>
            <a:chOff x="3601710" y="-660170"/>
            <a:chExt cx="888556" cy="888556"/>
          </a:xfrm>
        </p:grpSpPr>
        <p:sp>
          <p:nvSpPr>
            <p:cNvPr id="3585" name="Google Shape;3585;p57"/>
            <p:cNvSpPr/>
            <p:nvPr/>
          </p:nvSpPr>
          <p:spPr>
            <a:xfrm>
              <a:off x="3633613" y="-585997"/>
              <a:ext cx="838601" cy="740210"/>
            </a:xfrm>
            <a:custGeom>
              <a:avLst/>
              <a:gdLst/>
              <a:ahLst/>
              <a:cxnLst/>
              <a:rect l="l" t="t" r="r" b="b"/>
              <a:pathLst>
                <a:path w="9384" h="8283" extrusionOk="0">
                  <a:moveTo>
                    <a:pt x="4688" y="2208"/>
                  </a:moveTo>
                  <a:cubicBezTo>
                    <a:pt x="4929" y="2208"/>
                    <a:pt x="5175" y="2253"/>
                    <a:pt x="5413" y="2350"/>
                  </a:cubicBezTo>
                  <a:cubicBezTo>
                    <a:pt x="6406" y="2738"/>
                    <a:pt x="6887" y="3870"/>
                    <a:pt x="6483" y="4878"/>
                  </a:cubicBezTo>
                  <a:cubicBezTo>
                    <a:pt x="6178" y="5618"/>
                    <a:pt x="5455" y="6082"/>
                    <a:pt x="4691" y="6082"/>
                  </a:cubicBezTo>
                  <a:cubicBezTo>
                    <a:pt x="4446" y="6082"/>
                    <a:pt x="4196" y="6035"/>
                    <a:pt x="3955" y="5933"/>
                  </a:cubicBezTo>
                  <a:cubicBezTo>
                    <a:pt x="2978" y="5530"/>
                    <a:pt x="2482" y="4413"/>
                    <a:pt x="2901" y="3421"/>
                  </a:cubicBezTo>
                  <a:cubicBezTo>
                    <a:pt x="3207" y="2666"/>
                    <a:pt x="3925" y="2208"/>
                    <a:pt x="4688" y="2208"/>
                  </a:cubicBezTo>
                  <a:close/>
                  <a:moveTo>
                    <a:pt x="4697" y="0"/>
                  </a:moveTo>
                  <a:cubicBezTo>
                    <a:pt x="3061" y="0"/>
                    <a:pt x="1501" y="970"/>
                    <a:pt x="853" y="2583"/>
                  </a:cubicBezTo>
                  <a:cubicBezTo>
                    <a:pt x="0" y="4692"/>
                    <a:pt x="1009" y="7112"/>
                    <a:pt x="3149" y="7980"/>
                  </a:cubicBezTo>
                  <a:cubicBezTo>
                    <a:pt x="3656" y="8185"/>
                    <a:pt x="4180" y="8283"/>
                    <a:pt x="4696" y="8283"/>
                  </a:cubicBezTo>
                  <a:cubicBezTo>
                    <a:pt x="6326" y="8283"/>
                    <a:pt x="7871" y="7311"/>
                    <a:pt x="8531" y="5685"/>
                  </a:cubicBezTo>
                  <a:cubicBezTo>
                    <a:pt x="9384" y="3576"/>
                    <a:pt x="8376" y="1156"/>
                    <a:pt x="6251" y="303"/>
                  </a:cubicBezTo>
                  <a:cubicBezTo>
                    <a:pt x="5743" y="98"/>
                    <a:pt x="5216" y="0"/>
                    <a:pt x="46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57"/>
            <p:cNvSpPr/>
            <p:nvPr/>
          </p:nvSpPr>
          <p:spPr>
            <a:xfrm>
              <a:off x="3823514" y="85581"/>
              <a:ext cx="162197" cy="142805"/>
            </a:xfrm>
            <a:custGeom>
              <a:avLst/>
              <a:gdLst/>
              <a:ahLst/>
              <a:cxnLst/>
              <a:rect l="l" t="t" r="r" b="b"/>
              <a:pathLst>
                <a:path w="1815" h="1598" extrusionOk="0">
                  <a:moveTo>
                    <a:pt x="341" y="0"/>
                  </a:moveTo>
                  <a:lnTo>
                    <a:pt x="0" y="1086"/>
                  </a:lnTo>
                  <a:lnTo>
                    <a:pt x="1319" y="1598"/>
                  </a:lnTo>
                  <a:lnTo>
                    <a:pt x="1815" y="589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57"/>
            <p:cNvSpPr/>
            <p:nvPr/>
          </p:nvSpPr>
          <p:spPr>
            <a:xfrm>
              <a:off x="3608681" y="-138993"/>
              <a:ext cx="145576" cy="163627"/>
            </a:xfrm>
            <a:custGeom>
              <a:avLst/>
              <a:gdLst/>
              <a:ahLst/>
              <a:cxnLst/>
              <a:rect l="l" t="t" r="r" b="b"/>
              <a:pathLst>
                <a:path w="1629" h="1831" extrusionOk="0">
                  <a:moveTo>
                    <a:pt x="1008" y="0"/>
                  </a:moveTo>
                  <a:lnTo>
                    <a:pt x="0" y="528"/>
                  </a:lnTo>
                  <a:lnTo>
                    <a:pt x="543" y="1831"/>
                  </a:lnTo>
                  <a:lnTo>
                    <a:pt x="1629" y="1458"/>
                  </a:lnTo>
                  <a:lnTo>
                    <a:pt x="10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57"/>
            <p:cNvSpPr/>
            <p:nvPr/>
          </p:nvSpPr>
          <p:spPr>
            <a:xfrm>
              <a:off x="3601710" y="-438366"/>
              <a:ext cx="142895" cy="163627"/>
            </a:xfrm>
            <a:custGeom>
              <a:avLst/>
              <a:gdLst/>
              <a:ahLst/>
              <a:cxnLst/>
              <a:rect l="l" t="t" r="r" b="b"/>
              <a:pathLst>
                <a:path w="1599" h="1831" extrusionOk="0">
                  <a:moveTo>
                    <a:pt x="512" y="0"/>
                  </a:moveTo>
                  <a:lnTo>
                    <a:pt x="1" y="1319"/>
                  </a:lnTo>
                  <a:lnTo>
                    <a:pt x="1009" y="1831"/>
                  </a:lnTo>
                  <a:lnTo>
                    <a:pt x="1598" y="357"/>
                  </a:lnTo>
                  <a:lnTo>
                    <a:pt x="5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57"/>
            <p:cNvSpPr/>
            <p:nvPr/>
          </p:nvSpPr>
          <p:spPr>
            <a:xfrm>
              <a:off x="3805462" y="-653199"/>
              <a:ext cx="163627" cy="144235"/>
            </a:xfrm>
            <a:custGeom>
              <a:avLst/>
              <a:gdLst/>
              <a:ahLst/>
              <a:cxnLst/>
              <a:rect l="l" t="t" r="r" b="b"/>
              <a:pathLst>
                <a:path w="1831" h="1614" extrusionOk="0">
                  <a:moveTo>
                    <a:pt x="1303" y="0"/>
                  </a:moveTo>
                  <a:lnTo>
                    <a:pt x="1" y="543"/>
                  </a:lnTo>
                  <a:lnTo>
                    <a:pt x="373" y="1613"/>
                  </a:lnTo>
                  <a:lnTo>
                    <a:pt x="1831" y="993"/>
                  </a:lnTo>
                  <a:lnTo>
                    <a:pt x="13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57"/>
            <p:cNvSpPr/>
            <p:nvPr/>
          </p:nvSpPr>
          <p:spPr>
            <a:xfrm>
              <a:off x="4104835" y="-660170"/>
              <a:ext cx="163627" cy="144235"/>
            </a:xfrm>
            <a:custGeom>
              <a:avLst/>
              <a:gdLst/>
              <a:ahLst/>
              <a:cxnLst/>
              <a:rect l="l" t="t" r="r" b="b"/>
              <a:pathLst>
                <a:path w="1831" h="1614" extrusionOk="0">
                  <a:moveTo>
                    <a:pt x="512" y="1"/>
                  </a:moveTo>
                  <a:lnTo>
                    <a:pt x="1" y="1009"/>
                  </a:lnTo>
                  <a:lnTo>
                    <a:pt x="1505" y="1614"/>
                  </a:lnTo>
                  <a:lnTo>
                    <a:pt x="1831" y="528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57"/>
            <p:cNvSpPr/>
            <p:nvPr/>
          </p:nvSpPr>
          <p:spPr>
            <a:xfrm>
              <a:off x="4339061" y="-454988"/>
              <a:ext cx="145665" cy="162197"/>
            </a:xfrm>
            <a:custGeom>
              <a:avLst/>
              <a:gdLst/>
              <a:ahLst/>
              <a:cxnLst/>
              <a:rect l="l" t="t" r="r" b="b"/>
              <a:pathLst>
                <a:path w="1630" h="1815" extrusionOk="0">
                  <a:moveTo>
                    <a:pt x="1071" y="0"/>
                  </a:moveTo>
                  <a:lnTo>
                    <a:pt x="1" y="342"/>
                  </a:lnTo>
                  <a:lnTo>
                    <a:pt x="621" y="1815"/>
                  </a:lnTo>
                  <a:lnTo>
                    <a:pt x="1629" y="1288"/>
                  </a:lnTo>
                  <a:lnTo>
                    <a:pt x="10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57"/>
            <p:cNvSpPr/>
            <p:nvPr/>
          </p:nvSpPr>
          <p:spPr>
            <a:xfrm>
              <a:off x="4346031" y="-155615"/>
              <a:ext cx="144235" cy="162197"/>
            </a:xfrm>
            <a:custGeom>
              <a:avLst/>
              <a:gdLst/>
              <a:ahLst/>
              <a:cxnLst/>
              <a:rect l="l" t="t" r="r" b="b"/>
              <a:pathLst>
                <a:path w="1614" h="1815" extrusionOk="0">
                  <a:moveTo>
                    <a:pt x="605" y="0"/>
                  </a:moveTo>
                  <a:lnTo>
                    <a:pt x="0" y="1474"/>
                  </a:lnTo>
                  <a:lnTo>
                    <a:pt x="1086" y="1815"/>
                  </a:lnTo>
                  <a:lnTo>
                    <a:pt x="1613" y="497"/>
                  </a:lnTo>
                  <a:lnTo>
                    <a:pt x="6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57"/>
            <p:cNvSpPr/>
            <p:nvPr/>
          </p:nvSpPr>
          <p:spPr>
            <a:xfrm>
              <a:off x="4122887" y="78611"/>
              <a:ext cx="162197" cy="142805"/>
            </a:xfrm>
            <a:custGeom>
              <a:avLst/>
              <a:gdLst/>
              <a:ahLst/>
              <a:cxnLst/>
              <a:rect l="l" t="t" r="r" b="b"/>
              <a:pathLst>
                <a:path w="1815" h="1598" extrusionOk="0">
                  <a:moveTo>
                    <a:pt x="1474" y="0"/>
                  </a:moveTo>
                  <a:lnTo>
                    <a:pt x="0" y="621"/>
                  </a:lnTo>
                  <a:lnTo>
                    <a:pt x="528" y="1598"/>
                  </a:lnTo>
                  <a:lnTo>
                    <a:pt x="1815" y="1055"/>
                  </a:lnTo>
                  <a:lnTo>
                    <a:pt x="14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57"/>
            <p:cNvSpPr/>
            <p:nvPr/>
          </p:nvSpPr>
          <p:spPr>
            <a:xfrm>
              <a:off x="3928786" y="-339975"/>
              <a:ext cx="231634" cy="249596"/>
            </a:xfrm>
            <a:custGeom>
              <a:avLst/>
              <a:gdLst/>
              <a:ahLst/>
              <a:cxnLst/>
              <a:rect l="l" t="t" r="r" b="b"/>
              <a:pathLst>
                <a:path w="2592" h="2793" extrusionOk="0">
                  <a:moveTo>
                    <a:pt x="1305" y="944"/>
                  </a:moveTo>
                  <a:cubicBezTo>
                    <a:pt x="1361" y="944"/>
                    <a:pt x="1418" y="955"/>
                    <a:pt x="1474" y="978"/>
                  </a:cubicBezTo>
                  <a:cubicBezTo>
                    <a:pt x="1707" y="1071"/>
                    <a:pt x="1816" y="1319"/>
                    <a:pt x="1722" y="1552"/>
                  </a:cubicBezTo>
                  <a:cubicBezTo>
                    <a:pt x="1651" y="1731"/>
                    <a:pt x="1486" y="1846"/>
                    <a:pt x="1308" y="1846"/>
                  </a:cubicBezTo>
                  <a:cubicBezTo>
                    <a:pt x="1255" y="1846"/>
                    <a:pt x="1201" y="1836"/>
                    <a:pt x="1149" y="1815"/>
                  </a:cubicBezTo>
                  <a:cubicBezTo>
                    <a:pt x="900" y="1707"/>
                    <a:pt x="792" y="1459"/>
                    <a:pt x="885" y="1226"/>
                  </a:cubicBezTo>
                  <a:cubicBezTo>
                    <a:pt x="967" y="1050"/>
                    <a:pt x="1130" y="944"/>
                    <a:pt x="1305" y="944"/>
                  </a:cubicBezTo>
                  <a:close/>
                  <a:moveTo>
                    <a:pt x="1474" y="1"/>
                  </a:moveTo>
                  <a:lnTo>
                    <a:pt x="172" y="543"/>
                  </a:lnTo>
                  <a:lnTo>
                    <a:pt x="1" y="1939"/>
                  </a:lnTo>
                  <a:lnTo>
                    <a:pt x="1118" y="2792"/>
                  </a:lnTo>
                  <a:lnTo>
                    <a:pt x="2420" y="2249"/>
                  </a:lnTo>
                  <a:lnTo>
                    <a:pt x="2591" y="854"/>
                  </a:lnTo>
                  <a:lnTo>
                    <a:pt x="14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95" name="Google Shape;3595;p57"/>
          <p:cNvSpPr/>
          <p:nvPr/>
        </p:nvSpPr>
        <p:spPr>
          <a:xfrm>
            <a:off x="1287681" y="318731"/>
            <a:ext cx="425556" cy="432527"/>
          </a:xfrm>
          <a:custGeom>
            <a:avLst/>
            <a:gdLst/>
            <a:ahLst/>
            <a:cxnLst/>
            <a:rect l="l" t="t" r="r" b="b"/>
            <a:pathLst>
              <a:path w="4762" h="4840" extrusionOk="0">
                <a:moveTo>
                  <a:pt x="2386" y="1333"/>
                </a:moveTo>
                <a:cubicBezTo>
                  <a:pt x="2559" y="1333"/>
                  <a:pt x="2735" y="1374"/>
                  <a:pt x="2901" y="1459"/>
                </a:cubicBezTo>
                <a:cubicBezTo>
                  <a:pt x="3444" y="1754"/>
                  <a:pt x="3630" y="2405"/>
                  <a:pt x="3351" y="2948"/>
                </a:cubicBezTo>
                <a:cubicBezTo>
                  <a:pt x="3148" y="3321"/>
                  <a:pt x="2776" y="3533"/>
                  <a:pt x="2382" y="3533"/>
                </a:cubicBezTo>
                <a:cubicBezTo>
                  <a:pt x="2204" y="3533"/>
                  <a:pt x="2020" y="3490"/>
                  <a:pt x="1846" y="3398"/>
                </a:cubicBezTo>
                <a:cubicBezTo>
                  <a:pt x="1303" y="3103"/>
                  <a:pt x="1117" y="2452"/>
                  <a:pt x="1412" y="1909"/>
                </a:cubicBezTo>
                <a:cubicBezTo>
                  <a:pt x="1617" y="1542"/>
                  <a:pt x="1993" y="1333"/>
                  <a:pt x="2386" y="1333"/>
                </a:cubicBezTo>
                <a:close/>
                <a:moveTo>
                  <a:pt x="2901" y="1"/>
                </a:moveTo>
                <a:lnTo>
                  <a:pt x="2715" y="373"/>
                </a:lnTo>
                <a:cubicBezTo>
                  <a:pt x="2653" y="466"/>
                  <a:pt x="2529" y="544"/>
                  <a:pt x="2420" y="544"/>
                </a:cubicBezTo>
                <a:lnTo>
                  <a:pt x="2218" y="544"/>
                </a:lnTo>
                <a:cubicBezTo>
                  <a:pt x="2205" y="546"/>
                  <a:pt x="2191" y="547"/>
                  <a:pt x="2178" y="547"/>
                </a:cubicBezTo>
                <a:cubicBezTo>
                  <a:pt x="2080" y="547"/>
                  <a:pt x="1976" y="498"/>
                  <a:pt x="1908" y="389"/>
                </a:cubicBezTo>
                <a:lnTo>
                  <a:pt x="1691" y="48"/>
                </a:lnTo>
                <a:lnTo>
                  <a:pt x="559" y="745"/>
                </a:lnTo>
                <a:lnTo>
                  <a:pt x="776" y="1133"/>
                </a:lnTo>
                <a:cubicBezTo>
                  <a:pt x="822" y="1226"/>
                  <a:pt x="822" y="1366"/>
                  <a:pt x="776" y="1459"/>
                </a:cubicBezTo>
                <a:lnTo>
                  <a:pt x="714" y="1536"/>
                </a:lnTo>
                <a:cubicBezTo>
                  <a:pt x="698" y="1567"/>
                  <a:pt x="667" y="1598"/>
                  <a:pt x="667" y="1630"/>
                </a:cubicBezTo>
                <a:cubicBezTo>
                  <a:pt x="621" y="1754"/>
                  <a:pt x="512" y="1800"/>
                  <a:pt x="404" y="1816"/>
                </a:cubicBezTo>
                <a:lnTo>
                  <a:pt x="0" y="1847"/>
                </a:lnTo>
                <a:lnTo>
                  <a:pt x="32" y="3180"/>
                </a:lnTo>
                <a:lnTo>
                  <a:pt x="435" y="3165"/>
                </a:lnTo>
                <a:cubicBezTo>
                  <a:pt x="559" y="3165"/>
                  <a:pt x="667" y="3211"/>
                  <a:pt x="729" y="3336"/>
                </a:cubicBezTo>
                <a:lnTo>
                  <a:pt x="854" y="3506"/>
                </a:lnTo>
                <a:cubicBezTo>
                  <a:pt x="931" y="3599"/>
                  <a:pt x="931" y="3739"/>
                  <a:pt x="869" y="3832"/>
                </a:cubicBezTo>
                <a:lnTo>
                  <a:pt x="667" y="4204"/>
                </a:lnTo>
                <a:lnTo>
                  <a:pt x="1862" y="4840"/>
                </a:lnTo>
                <a:lnTo>
                  <a:pt x="2048" y="4483"/>
                </a:lnTo>
                <a:cubicBezTo>
                  <a:pt x="2110" y="4375"/>
                  <a:pt x="2218" y="4297"/>
                  <a:pt x="2342" y="4297"/>
                </a:cubicBezTo>
                <a:lnTo>
                  <a:pt x="2529" y="4297"/>
                </a:lnTo>
                <a:cubicBezTo>
                  <a:pt x="2541" y="4296"/>
                  <a:pt x="2554" y="4295"/>
                  <a:pt x="2566" y="4295"/>
                </a:cubicBezTo>
                <a:cubicBezTo>
                  <a:pt x="2674" y="4295"/>
                  <a:pt x="2769" y="4355"/>
                  <a:pt x="2839" y="4452"/>
                </a:cubicBezTo>
                <a:lnTo>
                  <a:pt x="3056" y="4809"/>
                </a:lnTo>
                <a:lnTo>
                  <a:pt x="4204" y="4096"/>
                </a:lnTo>
                <a:lnTo>
                  <a:pt x="3986" y="3739"/>
                </a:lnTo>
                <a:cubicBezTo>
                  <a:pt x="3924" y="3646"/>
                  <a:pt x="3924" y="3506"/>
                  <a:pt x="3986" y="3413"/>
                </a:cubicBezTo>
                <a:lnTo>
                  <a:pt x="4048" y="3336"/>
                </a:lnTo>
                <a:cubicBezTo>
                  <a:pt x="4064" y="3305"/>
                  <a:pt x="4080" y="3274"/>
                  <a:pt x="4080" y="3242"/>
                </a:cubicBezTo>
                <a:cubicBezTo>
                  <a:pt x="4142" y="3118"/>
                  <a:pt x="4235" y="3072"/>
                  <a:pt x="4359" y="3041"/>
                </a:cubicBezTo>
                <a:lnTo>
                  <a:pt x="4762" y="3025"/>
                </a:lnTo>
                <a:lnTo>
                  <a:pt x="4731" y="1692"/>
                </a:lnTo>
                <a:lnTo>
                  <a:pt x="4312" y="1692"/>
                </a:lnTo>
                <a:cubicBezTo>
                  <a:pt x="4204" y="1692"/>
                  <a:pt x="4080" y="1630"/>
                  <a:pt x="4033" y="1521"/>
                </a:cubicBezTo>
                <a:lnTo>
                  <a:pt x="3909" y="1335"/>
                </a:lnTo>
                <a:cubicBezTo>
                  <a:pt x="3831" y="1242"/>
                  <a:pt x="3831" y="1102"/>
                  <a:pt x="3893" y="1009"/>
                </a:cubicBezTo>
                <a:lnTo>
                  <a:pt x="4080" y="637"/>
                </a:lnTo>
                <a:lnTo>
                  <a:pt x="290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Flowchart: Terminator 12">
            <a:extLst>
              <a:ext uri="{FF2B5EF4-FFF2-40B4-BE49-F238E27FC236}">
                <a16:creationId xmlns:a16="http://schemas.microsoft.com/office/drawing/2014/main" id="{F7122D50-98D4-F71A-0E90-BF9661064AB4}"/>
              </a:ext>
            </a:extLst>
          </p:cNvPr>
          <p:cNvSpPr/>
          <p:nvPr/>
        </p:nvSpPr>
        <p:spPr>
          <a:xfrm>
            <a:off x="3993339" y="3777007"/>
            <a:ext cx="965007" cy="135851"/>
          </a:xfrm>
          <a:prstGeom prst="flowChartTerminator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B2DD5B-0DC5-A2E2-11B0-26B3A5482E80}"/>
              </a:ext>
            </a:extLst>
          </p:cNvPr>
          <p:cNvSpPr/>
          <p:nvPr/>
        </p:nvSpPr>
        <p:spPr>
          <a:xfrm>
            <a:off x="2347166" y="1011641"/>
            <a:ext cx="4589193" cy="2800816"/>
          </a:xfrm>
          <a:prstGeom prst="rect">
            <a:avLst/>
          </a:prstGeom>
          <a:solidFill>
            <a:srgbClr val="17548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1E2FE5-EB69-AC1D-3538-350E95F00EEC}"/>
              </a:ext>
            </a:extLst>
          </p:cNvPr>
          <p:cNvSpPr/>
          <p:nvPr/>
        </p:nvSpPr>
        <p:spPr>
          <a:xfrm>
            <a:off x="2495194" y="1133290"/>
            <a:ext cx="4225826" cy="245291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10" name="Google Shape;3601;p58">
            <a:extLst>
              <a:ext uri="{FF2B5EF4-FFF2-40B4-BE49-F238E27FC236}">
                <a16:creationId xmlns:a16="http://schemas.microsoft.com/office/drawing/2014/main" id="{4A4B0F39-347A-E0A0-0EB9-CA95EB4AF226}"/>
              </a:ext>
            </a:extLst>
          </p:cNvPr>
          <p:cNvSpPr txBox="1">
            <a:spLocks/>
          </p:cNvSpPr>
          <p:nvPr/>
        </p:nvSpPr>
        <p:spPr>
          <a:xfrm>
            <a:off x="2601067" y="1629782"/>
            <a:ext cx="4164876" cy="1511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9pPr>
          </a:lstStyle>
          <a:p>
            <a:r>
              <a:rPr lang="en-US" sz="4800" dirty="0"/>
              <a:t>LET’S CONTINUE WITH THE GAME!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A3F029-D547-9DA4-C557-815466C89F66}"/>
              </a:ext>
            </a:extLst>
          </p:cNvPr>
          <p:cNvSpPr/>
          <p:nvPr/>
        </p:nvSpPr>
        <p:spPr>
          <a:xfrm>
            <a:off x="4271165" y="4470400"/>
            <a:ext cx="741451" cy="38640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1" name="Google Shape;3561;p57"/>
          <p:cNvGrpSpPr/>
          <p:nvPr/>
        </p:nvGrpSpPr>
        <p:grpSpPr>
          <a:xfrm>
            <a:off x="6093479" y="2"/>
            <a:ext cx="5253816" cy="1622108"/>
            <a:chOff x="5092229" y="-180802"/>
            <a:chExt cx="5253816" cy="1622108"/>
          </a:xfrm>
        </p:grpSpPr>
        <p:sp>
          <p:nvSpPr>
            <p:cNvPr id="3562" name="Google Shape;3562;p57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avLst/>
              <a:gdLst/>
              <a:ahLst/>
              <a:cxnLst/>
              <a:rect l="l" t="t" r="r" b="b"/>
              <a:pathLst>
                <a:path w="3149" h="15790" extrusionOk="0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57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57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avLst/>
              <a:gdLst/>
              <a:ahLst/>
              <a:cxnLst/>
              <a:rect l="l" t="t" r="r" b="b"/>
              <a:pathLst>
                <a:path w="3165" h="13634" extrusionOk="0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57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57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avLst/>
              <a:gdLst/>
              <a:ahLst/>
              <a:cxnLst/>
              <a:rect l="l" t="t" r="r" b="b"/>
              <a:pathLst>
                <a:path w="94" h="12610" extrusionOk="0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57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avLst/>
              <a:gdLst/>
              <a:ahLst/>
              <a:cxnLst/>
              <a:rect l="l" t="t" r="r" b="b"/>
              <a:pathLst>
                <a:path w="621" h="621" extrusionOk="0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57"/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avLst/>
              <a:gdLst/>
              <a:ahLst/>
              <a:cxnLst/>
              <a:rect l="l" t="t" r="r" b="b"/>
              <a:pathLst>
                <a:path w="2203" h="18597" extrusionOk="0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57"/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avLst/>
              <a:gdLst/>
              <a:ahLst/>
              <a:cxnLst/>
              <a:rect l="l" t="t" r="r" b="b"/>
              <a:pathLst>
                <a:path w="652" h="653" extrusionOk="0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57"/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avLst/>
              <a:gdLst/>
              <a:ahLst/>
              <a:cxnLst/>
              <a:rect l="l" t="t" r="r" b="b"/>
              <a:pathLst>
                <a:path w="2545" h="15154" extrusionOk="0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57"/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avLst/>
              <a:gdLst/>
              <a:ahLst/>
              <a:cxnLst/>
              <a:rect l="l" t="t" r="r" b="b"/>
              <a:pathLst>
                <a:path w="622" h="621" extrusionOk="0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72" name="Google Shape;3572;p57"/>
          <p:cNvGrpSpPr/>
          <p:nvPr/>
        </p:nvGrpSpPr>
        <p:grpSpPr>
          <a:xfrm rot="10800000">
            <a:off x="-2225571" y="3281327"/>
            <a:ext cx="5253816" cy="1622108"/>
            <a:chOff x="5092229" y="-180802"/>
            <a:chExt cx="5253816" cy="1622108"/>
          </a:xfrm>
          <a:solidFill>
            <a:srgbClr val="17548B"/>
          </a:solidFill>
        </p:grpSpPr>
        <p:sp>
          <p:nvSpPr>
            <p:cNvPr id="3573" name="Google Shape;3573;p57"/>
            <p:cNvSpPr/>
            <p:nvPr/>
          </p:nvSpPr>
          <p:spPr>
            <a:xfrm rot="-5400000">
              <a:off x="7730875" y="-786985"/>
              <a:ext cx="556247" cy="3516670"/>
            </a:xfrm>
            <a:custGeom>
              <a:avLst/>
              <a:gdLst/>
              <a:ahLst/>
              <a:cxnLst/>
              <a:rect l="l" t="t" r="r" b="b"/>
              <a:pathLst>
                <a:path w="3149" h="15790" extrusionOk="0">
                  <a:moveTo>
                    <a:pt x="0" y="0"/>
                  </a:moveTo>
                  <a:lnTo>
                    <a:pt x="0" y="3707"/>
                  </a:lnTo>
                  <a:lnTo>
                    <a:pt x="3056" y="7895"/>
                  </a:lnTo>
                  <a:lnTo>
                    <a:pt x="3056" y="15789"/>
                  </a:lnTo>
                  <a:lnTo>
                    <a:pt x="3149" y="15789"/>
                  </a:lnTo>
                  <a:lnTo>
                    <a:pt x="3149" y="7848"/>
                  </a:lnTo>
                  <a:lnTo>
                    <a:pt x="78" y="3676"/>
                  </a:lnTo>
                  <a:lnTo>
                    <a:pt x="7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57"/>
            <p:cNvSpPr/>
            <p:nvPr/>
          </p:nvSpPr>
          <p:spPr>
            <a:xfrm rot="-5400000">
              <a:off x="6133918" y="1187736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52" y="92"/>
                  </a:moveTo>
                  <a:cubicBezTo>
                    <a:pt x="477" y="92"/>
                    <a:pt x="559" y="196"/>
                    <a:pt x="559" y="326"/>
                  </a:cubicBezTo>
                  <a:cubicBezTo>
                    <a:pt x="559" y="466"/>
                    <a:pt x="450" y="559"/>
                    <a:pt x="326" y="559"/>
                  </a:cubicBezTo>
                  <a:cubicBezTo>
                    <a:pt x="187" y="559"/>
                    <a:pt x="94" y="450"/>
                    <a:pt x="94" y="326"/>
                  </a:cubicBezTo>
                  <a:cubicBezTo>
                    <a:pt x="94" y="187"/>
                    <a:pt x="218" y="94"/>
                    <a:pt x="326" y="94"/>
                  </a:cubicBezTo>
                  <a:cubicBezTo>
                    <a:pt x="335" y="93"/>
                    <a:pt x="344" y="92"/>
                    <a:pt x="352" y="92"/>
                  </a:cubicBezTo>
                  <a:close/>
                  <a:moveTo>
                    <a:pt x="311" y="1"/>
                  </a:moveTo>
                  <a:cubicBezTo>
                    <a:pt x="140" y="1"/>
                    <a:pt x="0" y="156"/>
                    <a:pt x="0" y="326"/>
                  </a:cubicBezTo>
                  <a:cubicBezTo>
                    <a:pt x="0" y="497"/>
                    <a:pt x="156" y="637"/>
                    <a:pt x="326" y="637"/>
                  </a:cubicBezTo>
                  <a:cubicBezTo>
                    <a:pt x="497" y="637"/>
                    <a:pt x="652" y="481"/>
                    <a:pt x="636" y="311"/>
                  </a:cubicBezTo>
                  <a:cubicBezTo>
                    <a:pt x="636" y="140"/>
                    <a:pt x="481" y="1"/>
                    <a:pt x="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57"/>
            <p:cNvSpPr/>
            <p:nvPr/>
          </p:nvSpPr>
          <p:spPr>
            <a:xfrm rot="-5400000">
              <a:off x="8548261" y="-405760"/>
              <a:ext cx="559074" cy="3036496"/>
            </a:xfrm>
            <a:custGeom>
              <a:avLst/>
              <a:gdLst/>
              <a:ahLst/>
              <a:cxnLst/>
              <a:rect l="l" t="t" r="r" b="b"/>
              <a:pathLst>
                <a:path w="3165" h="13634" extrusionOk="0">
                  <a:moveTo>
                    <a:pt x="1" y="0"/>
                  </a:moveTo>
                  <a:lnTo>
                    <a:pt x="1" y="2063"/>
                  </a:lnTo>
                  <a:lnTo>
                    <a:pt x="3072" y="6251"/>
                  </a:lnTo>
                  <a:lnTo>
                    <a:pt x="3072" y="13633"/>
                  </a:lnTo>
                  <a:lnTo>
                    <a:pt x="3165" y="13633"/>
                  </a:lnTo>
                  <a:lnTo>
                    <a:pt x="3165" y="6220"/>
                  </a:lnTo>
                  <a:lnTo>
                    <a:pt x="109" y="2017"/>
                  </a:lnTo>
                  <a:lnTo>
                    <a:pt x="10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57"/>
            <p:cNvSpPr/>
            <p:nvPr/>
          </p:nvSpPr>
          <p:spPr>
            <a:xfrm rot="-5400000">
              <a:off x="7200560" y="1327460"/>
              <a:ext cx="115171" cy="112521"/>
            </a:xfrm>
            <a:custGeom>
              <a:avLst/>
              <a:gdLst/>
              <a:ahLst/>
              <a:cxnLst/>
              <a:rect l="l" t="t" r="r" b="b"/>
              <a:pathLst>
                <a:path w="652" h="637" extrusionOk="0">
                  <a:moveTo>
                    <a:pt x="326" y="63"/>
                  </a:moveTo>
                  <a:cubicBezTo>
                    <a:pt x="466" y="63"/>
                    <a:pt x="559" y="187"/>
                    <a:pt x="559" y="311"/>
                  </a:cubicBezTo>
                  <a:cubicBezTo>
                    <a:pt x="559" y="435"/>
                    <a:pt x="435" y="543"/>
                    <a:pt x="326" y="543"/>
                  </a:cubicBezTo>
                  <a:cubicBezTo>
                    <a:pt x="187" y="543"/>
                    <a:pt x="94" y="419"/>
                    <a:pt x="94" y="311"/>
                  </a:cubicBezTo>
                  <a:cubicBezTo>
                    <a:pt x="94" y="171"/>
                    <a:pt x="202" y="63"/>
                    <a:pt x="326" y="63"/>
                  </a:cubicBezTo>
                  <a:close/>
                  <a:moveTo>
                    <a:pt x="311" y="0"/>
                  </a:moveTo>
                  <a:cubicBezTo>
                    <a:pt x="125" y="0"/>
                    <a:pt x="0" y="156"/>
                    <a:pt x="0" y="326"/>
                  </a:cubicBezTo>
                  <a:cubicBezTo>
                    <a:pt x="0" y="497"/>
                    <a:pt x="156" y="636"/>
                    <a:pt x="326" y="636"/>
                  </a:cubicBezTo>
                  <a:cubicBezTo>
                    <a:pt x="497" y="636"/>
                    <a:pt x="652" y="481"/>
                    <a:pt x="636" y="311"/>
                  </a:cubicBezTo>
                  <a:cubicBezTo>
                    <a:pt x="636" y="125"/>
                    <a:pt x="481" y="0"/>
                    <a:pt x="3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57"/>
            <p:cNvSpPr/>
            <p:nvPr/>
          </p:nvSpPr>
          <p:spPr>
            <a:xfrm rot="-5400000">
              <a:off x="8196195" y="-836943"/>
              <a:ext cx="16604" cy="2808436"/>
            </a:xfrm>
            <a:custGeom>
              <a:avLst/>
              <a:gdLst/>
              <a:ahLst/>
              <a:cxnLst/>
              <a:rect l="l" t="t" r="r" b="b"/>
              <a:pathLst>
                <a:path w="94" h="12610" extrusionOk="0">
                  <a:moveTo>
                    <a:pt x="1" y="0"/>
                  </a:moveTo>
                  <a:lnTo>
                    <a:pt x="1" y="12610"/>
                  </a:lnTo>
                  <a:lnTo>
                    <a:pt x="94" y="12610"/>
                  </a:lnTo>
                  <a:lnTo>
                    <a:pt x="9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57"/>
            <p:cNvSpPr/>
            <p:nvPr/>
          </p:nvSpPr>
          <p:spPr>
            <a:xfrm rot="-5400000">
              <a:off x="6699616" y="509694"/>
              <a:ext cx="109695" cy="109695"/>
            </a:xfrm>
            <a:custGeom>
              <a:avLst/>
              <a:gdLst/>
              <a:ahLst/>
              <a:cxnLst/>
              <a:rect l="l" t="t" r="r" b="b"/>
              <a:pathLst>
                <a:path w="621" h="621" extrusionOk="0">
                  <a:moveTo>
                    <a:pt x="311" y="78"/>
                  </a:moveTo>
                  <a:cubicBezTo>
                    <a:pt x="419" y="78"/>
                    <a:pt x="512" y="171"/>
                    <a:pt x="543" y="311"/>
                  </a:cubicBezTo>
                  <a:cubicBezTo>
                    <a:pt x="543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71"/>
                    <a:pt x="186" y="78"/>
                    <a:pt x="311" y="78"/>
                  </a:cubicBezTo>
                  <a:close/>
                  <a:moveTo>
                    <a:pt x="311" y="1"/>
                  </a:moveTo>
                  <a:cubicBezTo>
                    <a:pt x="124" y="1"/>
                    <a:pt x="0" y="140"/>
                    <a:pt x="0" y="311"/>
                  </a:cubicBezTo>
                  <a:cubicBezTo>
                    <a:pt x="0" y="481"/>
                    <a:pt x="124" y="621"/>
                    <a:pt x="311" y="621"/>
                  </a:cubicBezTo>
                  <a:cubicBezTo>
                    <a:pt x="481" y="621"/>
                    <a:pt x="621" y="481"/>
                    <a:pt x="621" y="311"/>
                  </a:cubicBezTo>
                  <a:cubicBezTo>
                    <a:pt x="621" y="140"/>
                    <a:pt x="481" y="1"/>
                    <a:pt x="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57"/>
            <p:cNvSpPr/>
            <p:nvPr/>
          </p:nvSpPr>
          <p:spPr>
            <a:xfrm rot="-5400000">
              <a:off x="7072794" y="-1818683"/>
              <a:ext cx="389143" cy="4141831"/>
            </a:xfrm>
            <a:custGeom>
              <a:avLst/>
              <a:gdLst/>
              <a:ahLst/>
              <a:cxnLst/>
              <a:rect l="l" t="t" r="r" b="b"/>
              <a:pathLst>
                <a:path w="2203" h="18597" extrusionOk="0">
                  <a:moveTo>
                    <a:pt x="2094" y="0"/>
                  </a:moveTo>
                  <a:lnTo>
                    <a:pt x="2094" y="8096"/>
                  </a:lnTo>
                  <a:lnTo>
                    <a:pt x="0" y="12005"/>
                  </a:lnTo>
                  <a:lnTo>
                    <a:pt x="0" y="18596"/>
                  </a:lnTo>
                  <a:lnTo>
                    <a:pt x="109" y="18596"/>
                  </a:lnTo>
                  <a:lnTo>
                    <a:pt x="109" y="12051"/>
                  </a:lnTo>
                  <a:lnTo>
                    <a:pt x="2203" y="8112"/>
                  </a:lnTo>
                  <a:lnTo>
                    <a:pt x="22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57"/>
            <p:cNvSpPr/>
            <p:nvPr/>
          </p:nvSpPr>
          <p:spPr>
            <a:xfrm rot="-5400000">
              <a:off x="5092318" y="10944"/>
              <a:ext cx="115171" cy="115348"/>
            </a:xfrm>
            <a:custGeom>
              <a:avLst/>
              <a:gdLst/>
              <a:ahLst/>
              <a:cxnLst/>
              <a:rect l="l" t="t" r="r" b="b"/>
              <a:pathLst>
                <a:path w="652" h="653" extrusionOk="0">
                  <a:moveTo>
                    <a:pt x="326" y="109"/>
                  </a:moveTo>
                  <a:cubicBezTo>
                    <a:pt x="465" y="109"/>
                    <a:pt x="558" y="202"/>
                    <a:pt x="558" y="342"/>
                  </a:cubicBezTo>
                  <a:cubicBezTo>
                    <a:pt x="558" y="482"/>
                    <a:pt x="465" y="575"/>
                    <a:pt x="326" y="575"/>
                  </a:cubicBezTo>
                  <a:cubicBezTo>
                    <a:pt x="186" y="575"/>
                    <a:pt x="93" y="466"/>
                    <a:pt x="93" y="342"/>
                  </a:cubicBezTo>
                  <a:cubicBezTo>
                    <a:pt x="93" y="202"/>
                    <a:pt x="202" y="109"/>
                    <a:pt x="326" y="109"/>
                  </a:cubicBezTo>
                  <a:close/>
                  <a:moveTo>
                    <a:pt x="326" y="1"/>
                  </a:moveTo>
                  <a:cubicBezTo>
                    <a:pt x="124" y="1"/>
                    <a:pt x="0" y="156"/>
                    <a:pt x="0" y="327"/>
                  </a:cubicBezTo>
                  <a:cubicBezTo>
                    <a:pt x="0" y="513"/>
                    <a:pt x="155" y="652"/>
                    <a:pt x="326" y="652"/>
                  </a:cubicBezTo>
                  <a:cubicBezTo>
                    <a:pt x="496" y="652"/>
                    <a:pt x="651" y="513"/>
                    <a:pt x="651" y="327"/>
                  </a:cubicBezTo>
                  <a:cubicBezTo>
                    <a:pt x="651" y="125"/>
                    <a:pt x="496" y="1"/>
                    <a:pt x="3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57"/>
            <p:cNvSpPr/>
            <p:nvPr/>
          </p:nvSpPr>
          <p:spPr>
            <a:xfrm rot="-5400000">
              <a:off x="7806618" y="-1596908"/>
              <a:ext cx="449555" cy="3375023"/>
            </a:xfrm>
            <a:custGeom>
              <a:avLst/>
              <a:gdLst/>
              <a:ahLst/>
              <a:cxnLst/>
              <a:rect l="l" t="t" r="r" b="b"/>
              <a:pathLst>
                <a:path w="2545" h="15154" extrusionOk="0">
                  <a:moveTo>
                    <a:pt x="2467" y="1"/>
                  </a:moveTo>
                  <a:lnTo>
                    <a:pt x="2467" y="4638"/>
                  </a:lnTo>
                  <a:lnTo>
                    <a:pt x="1" y="8950"/>
                  </a:lnTo>
                  <a:lnTo>
                    <a:pt x="1" y="8981"/>
                  </a:lnTo>
                  <a:lnTo>
                    <a:pt x="1" y="15154"/>
                  </a:lnTo>
                  <a:lnTo>
                    <a:pt x="94" y="15154"/>
                  </a:lnTo>
                  <a:lnTo>
                    <a:pt x="94" y="8996"/>
                  </a:lnTo>
                  <a:lnTo>
                    <a:pt x="2544" y="4669"/>
                  </a:lnTo>
                  <a:lnTo>
                    <a:pt x="2544" y="4654"/>
                  </a:lnTo>
                  <a:lnTo>
                    <a:pt x="25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57"/>
            <p:cNvSpPr/>
            <p:nvPr/>
          </p:nvSpPr>
          <p:spPr>
            <a:xfrm rot="-5400000">
              <a:off x="6236548" y="-180714"/>
              <a:ext cx="109872" cy="109695"/>
            </a:xfrm>
            <a:custGeom>
              <a:avLst/>
              <a:gdLst/>
              <a:ahLst/>
              <a:cxnLst/>
              <a:rect l="l" t="t" r="r" b="b"/>
              <a:pathLst>
                <a:path w="622" h="621" extrusionOk="0">
                  <a:moveTo>
                    <a:pt x="311" y="78"/>
                  </a:moveTo>
                  <a:cubicBezTo>
                    <a:pt x="435" y="78"/>
                    <a:pt x="544" y="187"/>
                    <a:pt x="544" y="311"/>
                  </a:cubicBezTo>
                  <a:cubicBezTo>
                    <a:pt x="544" y="450"/>
                    <a:pt x="435" y="543"/>
                    <a:pt x="311" y="543"/>
                  </a:cubicBezTo>
                  <a:cubicBezTo>
                    <a:pt x="171" y="543"/>
                    <a:pt x="78" y="450"/>
                    <a:pt x="78" y="311"/>
                  </a:cubicBezTo>
                  <a:cubicBezTo>
                    <a:pt x="78" y="187"/>
                    <a:pt x="202" y="78"/>
                    <a:pt x="311" y="78"/>
                  </a:cubicBezTo>
                  <a:close/>
                  <a:moveTo>
                    <a:pt x="311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1"/>
                    <a:pt x="140" y="621"/>
                    <a:pt x="311" y="621"/>
                  </a:cubicBezTo>
                  <a:cubicBezTo>
                    <a:pt x="482" y="621"/>
                    <a:pt x="621" y="481"/>
                    <a:pt x="621" y="311"/>
                  </a:cubicBezTo>
                  <a:cubicBezTo>
                    <a:pt x="621" y="140"/>
                    <a:pt x="482" y="0"/>
                    <a:pt x="3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83" name="Google Shape;3583;p57"/>
          <p:cNvSpPr/>
          <p:nvPr/>
        </p:nvSpPr>
        <p:spPr>
          <a:xfrm>
            <a:off x="729781" y="1247019"/>
            <a:ext cx="425556" cy="432527"/>
          </a:xfrm>
          <a:custGeom>
            <a:avLst/>
            <a:gdLst/>
            <a:ahLst/>
            <a:cxnLst/>
            <a:rect l="l" t="t" r="r" b="b"/>
            <a:pathLst>
              <a:path w="4762" h="4840" extrusionOk="0">
                <a:moveTo>
                  <a:pt x="2386" y="1333"/>
                </a:moveTo>
                <a:cubicBezTo>
                  <a:pt x="2559" y="1333"/>
                  <a:pt x="2735" y="1374"/>
                  <a:pt x="2901" y="1459"/>
                </a:cubicBezTo>
                <a:cubicBezTo>
                  <a:pt x="3444" y="1754"/>
                  <a:pt x="3630" y="2405"/>
                  <a:pt x="3351" y="2948"/>
                </a:cubicBezTo>
                <a:cubicBezTo>
                  <a:pt x="3148" y="3321"/>
                  <a:pt x="2776" y="3533"/>
                  <a:pt x="2382" y="3533"/>
                </a:cubicBezTo>
                <a:cubicBezTo>
                  <a:pt x="2204" y="3533"/>
                  <a:pt x="2020" y="3490"/>
                  <a:pt x="1846" y="3398"/>
                </a:cubicBezTo>
                <a:cubicBezTo>
                  <a:pt x="1303" y="3103"/>
                  <a:pt x="1117" y="2452"/>
                  <a:pt x="1412" y="1909"/>
                </a:cubicBezTo>
                <a:cubicBezTo>
                  <a:pt x="1617" y="1542"/>
                  <a:pt x="1993" y="1333"/>
                  <a:pt x="2386" y="1333"/>
                </a:cubicBezTo>
                <a:close/>
                <a:moveTo>
                  <a:pt x="2901" y="1"/>
                </a:moveTo>
                <a:lnTo>
                  <a:pt x="2715" y="373"/>
                </a:lnTo>
                <a:cubicBezTo>
                  <a:pt x="2653" y="466"/>
                  <a:pt x="2529" y="544"/>
                  <a:pt x="2420" y="544"/>
                </a:cubicBezTo>
                <a:lnTo>
                  <a:pt x="2218" y="544"/>
                </a:lnTo>
                <a:cubicBezTo>
                  <a:pt x="2205" y="546"/>
                  <a:pt x="2191" y="547"/>
                  <a:pt x="2178" y="547"/>
                </a:cubicBezTo>
                <a:cubicBezTo>
                  <a:pt x="2080" y="547"/>
                  <a:pt x="1976" y="498"/>
                  <a:pt x="1908" y="389"/>
                </a:cubicBezTo>
                <a:lnTo>
                  <a:pt x="1691" y="48"/>
                </a:lnTo>
                <a:lnTo>
                  <a:pt x="559" y="745"/>
                </a:lnTo>
                <a:lnTo>
                  <a:pt x="776" y="1133"/>
                </a:lnTo>
                <a:cubicBezTo>
                  <a:pt x="822" y="1226"/>
                  <a:pt x="822" y="1366"/>
                  <a:pt x="776" y="1459"/>
                </a:cubicBezTo>
                <a:lnTo>
                  <a:pt x="714" y="1536"/>
                </a:lnTo>
                <a:cubicBezTo>
                  <a:pt x="698" y="1567"/>
                  <a:pt x="667" y="1598"/>
                  <a:pt x="667" y="1630"/>
                </a:cubicBezTo>
                <a:cubicBezTo>
                  <a:pt x="621" y="1754"/>
                  <a:pt x="512" y="1800"/>
                  <a:pt x="404" y="1816"/>
                </a:cubicBezTo>
                <a:lnTo>
                  <a:pt x="0" y="1847"/>
                </a:lnTo>
                <a:lnTo>
                  <a:pt x="32" y="3180"/>
                </a:lnTo>
                <a:lnTo>
                  <a:pt x="435" y="3165"/>
                </a:lnTo>
                <a:cubicBezTo>
                  <a:pt x="559" y="3165"/>
                  <a:pt x="667" y="3211"/>
                  <a:pt x="729" y="3336"/>
                </a:cubicBezTo>
                <a:lnTo>
                  <a:pt x="854" y="3506"/>
                </a:lnTo>
                <a:cubicBezTo>
                  <a:pt x="931" y="3599"/>
                  <a:pt x="931" y="3739"/>
                  <a:pt x="869" y="3832"/>
                </a:cubicBezTo>
                <a:lnTo>
                  <a:pt x="667" y="4204"/>
                </a:lnTo>
                <a:lnTo>
                  <a:pt x="1862" y="4840"/>
                </a:lnTo>
                <a:lnTo>
                  <a:pt x="2048" y="4483"/>
                </a:lnTo>
                <a:cubicBezTo>
                  <a:pt x="2110" y="4375"/>
                  <a:pt x="2218" y="4297"/>
                  <a:pt x="2342" y="4297"/>
                </a:cubicBezTo>
                <a:lnTo>
                  <a:pt x="2529" y="4297"/>
                </a:lnTo>
                <a:cubicBezTo>
                  <a:pt x="2541" y="4296"/>
                  <a:pt x="2554" y="4295"/>
                  <a:pt x="2566" y="4295"/>
                </a:cubicBezTo>
                <a:cubicBezTo>
                  <a:pt x="2674" y="4295"/>
                  <a:pt x="2769" y="4355"/>
                  <a:pt x="2839" y="4452"/>
                </a:cubicBezTo>
                <a:lnTo>
                  <a:pt x="3056" y="4809"/>
                </a:lnTo>
                <a:lnTo>
                  <a:pt x="4204" y="4096"/>
                </a:lnTo>
                <a:lnTo>
                  <a:pt x="3986" y="3739"/>
                </a:lnTo>
                <a:cubicBezTo>
                  <a:pt x="3924" y="3646"/>
                  <a:pt x="3924" y="3506"/>
                  <a:pt x="3986" y="3413"/>
                </a:cubicBezTo>
                <a:lnTo>
                  <a:pt x="4048" y="3336"/>
                </a:lnTo>
                <a:cubicBezTo>
                  <a:pt x="4064" y="3305"/>
                  <a:pt x="4080" y="3274"/>
                  <a:pt x="4080" y="3242"/>
                </a:cubicBezTo>
                <a:cubicBezTo>
                  <a:pt x="4142" y="3118"/>
                  <a:pt x="4235" y="3072"/>
                  <a:pt x="4359" y="3041"/>
                </a:cubicBezTo>
                <a:lnTo>
                  <a:pt x="4762" y="3025"/>
                </a:lnTo>
                <a:lnTo>
                  <a:pt x="4731" y="1692"/>
                </a:lnTo>
                <a:lnTo>
                  <a:pt x="4312" y="1692"/>
                </a:lnTo>
                <a:cubicBezTo>
                  <a:pt x="4204" y="1692"/>
                  <a:pt x="4080" y="1630"/>
                  <a:pt x="4033" y="1521"/>
                </a:cubicBezTo>
                <a:lnTo>
                  <a:pt x="3909" y="1335"/>
                </a:lnTo>
                <a:cubicBezTo>
                  <a:pt x="3831" y="1242"/>
                  <a:pt x="3831" y="1102"/>
                  <a:pt x="3893" y="1009"/>
                </a:cubicBezTo>
                <a:lnTo>
                  <a:pt x="4080" y="637"/>
                </a:lnTo>
                <a:lnTo>
                  <a:pt x="290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84" name="Google Shape;3584;p57"/>
          <p:cNvGrpSpPr/>
          <p:nvPr/>
        </p:nvGrpSpPr>
        <p:grpSpPr>
          <a:xfrm>
            <a:off x="516708" y="383809"/>
            <a:ext cx="662152" cy="662152"/>
            <a:chOff x="3601710" y="-660170"/>
            <a:chExt cx="888556" cy="888556"/>
          </a:xfrm>
        </p:grpSpPr>
        <p:sp>
          <p:nvSpPr>
            <p:cNvPr id="3585" name="Google Shape;3585;p57"/>
            <p:cNvSpPr/>
            <p:nvPr/>
          </p:nvSpPr>
          <p:spPr>
            <a:xfrm>
              <a:off x="3633613" y="-585997"/>
              <a:ext cx="838601" cy="740210"/>
            </a:xfrm>
            <a:custGeom>
              <a:avLst/>
              <a:gdLst/>
              <a:ahLst/>
              <a:cxnLst/>
              <a:rect l="l" t="t" r="r" b="b"/>
              <a:pathLst>
                <a:path w="9384" h="8283" extrusionOk="0">
                  <a:moveTo>
                    <a:pt x="4688" y="2208"/>
                  </a:moveTo>
                  <a:cubicBezTo>
                    <a:pt x="4929" y="2208"/>
                    <a:pt x="5175" y="2253"/>
                    <a:pt x="5413" y="2350"/>
                  </a:cubicBezTo>
                  <a:cubicBezTo>
                    <a:pt x="6406" y="2738"/>
                    <a:pt x="6887" y="3870"/>
                    <a:pt x="6483" y="4878"/>
                  </a:cubicBezTo>
                  <a:cubicBezTo>
                    <a:pt x="6178" y="5618"/>
                    <a:pt x="5455" y="6082"/>
                    <a:pt x="4691" y="6082"/>
                  </a:cubicBezTo>
                  <a:cubicBezTo>
                    <a:pt x="4446" y="6082"/>
                    <a:pt x="4196" y="6035"/>
                    <a:pt x="3955" y="5933"/>
                  </a:cubicBezTo>
                  <a:cubicBezTo>
                    <a:pt x="2978" y="5530"/>
                    <a:pt x="2482" y="4413"/>
                    <a:pt x="2901" y="3421"/>
                  </a:cubicBezTo>
                  <a:cubicBezTo>
                    <a:pt x="3207" y="2666"/>
                    <a:pt x="3925" y="2208"/>
                    <a:pt x="4688" y="2208"/>
                  </a:cubicBezTo>
                  <a:close/>
                  <a:moveTo>
                    <a:pt x="4697" y="0"/>
                  </a:moveTo>
                  <a:cubicBezTo>
                    <a:pt x="3061" y="0"/>
                    <a:pt x="1501" y="970"/>
                    <a:pt x="853" y="2583"/>
                  </a:cubicBezTo>
                  <a:cubicBezTo>
                    <a:pt x="0" y="4692"/>
                    <a:pt x="1009" y="7112"/>
                    <a:pt x="3149" y="7980"/>
                  </a:cubicBezTo>
                  <a:cubicBezTo>
                    <a:pt x="3656" y="8185"/>
                    <a:pt x="4180" y="8283"/>
                    <a:pt x="4696" y="8283"/>
                  </a:cubicBezTo>
                  <a:cubicBezTo>
                    <a:pt x="6326" y="8283"/>
                    <a:pt x="7871" y="7311"/>
                    <a:pt x="8531" y="5685"/>
                  </a:cubicBezTo>
                  <a:cubicBezTo>
                    <a:pt x="9384" y="3576"/>
                    <a:pt x="8376" y="1156"/>
                    <a:pt x="6251" y="303"/>
                  </a:cubicBezTo>
                  <a:cubicBezTo>
                    <a:pt x="5743" y="98"/>
                    <a:pt x="5216" y="0"/>
                    <a:pt x="46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57"/>
            <p:cNvSpPr/>
            <p:nvPr/>
          </p:nvSpPr>
          <p:spPr>
            <a:xfrm>
              <a:off x="3823514" y="85581"/>
              <a:ext cx="162197" cy="142805"/>
            </a:xfrm>
            <a:custGeom>
              <a:avLst/>
              <a:gdLst/>
              <a:ahLst/>
              <a:cxnLst/>
              <a:rect l="l" t="t" r="r" b="b"/>
              <a:pathLst>
                <a:path w="1815" h="1598" extrusionOk="0">
                  <a:moveTo>
                    <a:pt x="341" y="0"/>
                  </a:moveTo>
                  <a:lnTo>
                    <a:pt x="0" y="1086"/>
                  </a:lnTo>
                  <a:lnTo>
                    <a:pt x="1319" y="1598"/>
                  </a:lnTo>
                  <a:lnTo>
                    <a:pt x="1815" y="589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57"/>
            <p:cNvSpPr/>
            <p:nvPr/>
          </p:nvSpPr>
          <p:spPr>
            <a:xfrm>
              <a:off x="3608681" y="-138993"/>
              <a:ext cx="145576" cy="163627"/>
            </a:xfrm>
            <a:custGeom>
              <a:avLst/>
              <a:gdLst/>
              <a:ahLst/>
              <a:cxnLst/>
              <a:rect l="l" t="t" r="r" b="b"/>
              <a:pathLst>
                <a:path w="1629" h="1831" extrusionOk="0">
                  <a:moveTo>
                    <a:pt x="1008" y="0"/>
                  </a:moveTo>
                  <a:lnTo>
                    <a:pt x="0" y="528"/>
                  </a:lnTo>
                  <a:lnTo>
                    <a:pt x="543" y="1831"/>
                  </a:lnTo>
                  <a:lnTo>
                    <a:pt x="1629" y="1458"/>
                  </a:lnTo>
                  <a:lnTo>
                    <a:pt x="10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57"/>
            <p:cNvSpPr/>
            <p:nvPr/>
          </p:nvSpPr>
          <p:spPr>
            <a:xfrm>
              <a:off x="3601710" y="-438366"/>
              <a:ext cx="142895" cy="163627"/>
            </a:xfrm>
            <a:custGeom>
              <a:avLst/>
              <a:gdLst/>
              <a:ahLst/>
              <a:cxnLst/>
              <a:rect l="l" t="t" r="r" b="b"/>
              <a:pathLst>
                <a:path w="1599" h="1831" extrusionOk="0">
                  <a:moveTo>
                    <a:pt x="512" y="0"/>
                  </a:moveTo>
                  <a:lnTo>
                    <a:pt x="1" y="1319"/>
                  </a:lnTo>
                  <a:lnTo>
                    <a:pt x="1009" y="1831"/>
                  </a:lnTo>
                  <a:lnTo>
                    <a:pt x="1598" y="357"/>
                  </a:lnTo>
                  <a:lnTo>
                    <a:pt x="5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57"/>
            <p:cNvSpPr/>
            <p:nvPr/>
          </p:nvSpPr>
          <p:spPr>
            <a:xfrm>
              <a:off x="3805462" y="-653199"/>
              <a:ext cx="163627" cy="144235"/>
            </a:xfrm>
            <a:custGeom>
              <a:avLst/>
              <a:gdLst/>
              <a:ahLst/>
              <a:cxnLst/>
              <a:rect l="l" t="t" r="r" b="b"/>
              <a:pathLst>
                <a:path w="1831" h="1614" extrusionOk="0">
                  <a:moveTo>
                    <a:pt x="1303" y="0"/>
                  </a:moveTo>
                  <a:lnTo>
                    <a:pt x="1" y="543"/>
                  </a:lnTo>
                  <a:lnTo>
                    <a:pt x="373" y="1613"/>
                  </a:lnTo>
                  <a:lnTo>
                    <a:pt x="1831" y="993"/>
                  </a:lnTo>
                  <a:lnTo>
                    <a:pt x="13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57"/>
            <p:cNvSpPr/>
            <p:nvPr/>
          </p:nvSpPr>
          <p:spPr>
            <a:xfrm>
              <a:off x="4104835" y="-660170"/>
              <a:ext cx="163627" cy="144235"/>
            </a:xfrm>
            <a:custGeom>
              <a:avLst/>
              <a:gdLst/>
              <a:ahLst/>
              <a:cxnLst/>
              <a:rect l="l" t="t" r="r" b="b"/>
              <a:pathLst>
                <a:path w="1831" h="1614" extrusionOk="0">
                  <a:moveTo>
                    <a:pt x="512" y="1"/>
                  </a:moveTo>
                  <a:lnTo>
                    <a:pt x="1" y="1009"/>
                  </a:lnTo>
                  <a:lnTo>
                    <a:pt x="1505" y="1614"/>
                  </a:lnTo>
                  <a:lnTo>
                    <a:pt x="1831" y="528"/>
                  </a:lnTo>
                  <a:lnTo>
                    <a:pt x="51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57"/>
            <p:cNvSpPr/>
            <p:nvPr/>
          </p:nvSpPr>
          <p:spPr>
            <a:xfrm>
              <a:off x="4339061" y="-454988"/>
              <a:ext cx="145665" cy="162197"/>
            </a:xfrm>
            <a:custGeom>
              <a:avLst/>
              <a:gdLst/>
              <a:ahLst/>
              <a:cxnLst/>
              <a:rect l="l" t="t" r="r" b="b"/>
              <a:pathLst>
                <a:path w="1630" h="1815" extrusionOk="0">
                  <a:moveTo>
                    <a:pt x="1071" y="0"/>
                  </a:moveTo>
                  <a:lnTo>
                    <a:pt x="1" y="342"/>
                  </a:lnTo>
                  <a:lnTo>
                    <a:pt x="621" y="1815"/>
                  </a:lnTo>
                  <a:lnTo>
                    <a:pt x="1629" y="1288"/>
                  </a:lnTo>
                  <a:lnTo>
                    <a:pt x="10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57"/>
            <p:cNvSpPr/>
            <p:nvPr/>
          </p:nvSpPr>
          <p:spPr>
            <a:xfrm>
              <a:off x="4346031" y="-155615"/>
              <a:ext cx="144235" cy="162197"/>
            </a:xfrm>
            <a:custGeom>
              <a:avLst/>
              <a:gdLst/>
              <a:ahLst/>
              <a:cxnLst/>
              <a:rect l="l" t="t" r="r" b="b"/>
              <a:pathLst>
                <a:path w="1614" h="1815" extrusionOk="0">
                  <a:moveTo>
                    <a:pt x="605" y="0"/>
                  </a:moveTo>
                  <a:lnTo>
                    <a:pt x="0" y="1474"/>
                  </a:lnTo>
                  <a:lnTo>
                    <a:pt x="1086" y="1815"/>
                  </a:lnTo>
                  <a:lnTo>
                    <a:pt x="1613" y="497"/>
                  </a:lnTo>
                  <a:lnTo>
                    <a:pt x="6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57"/>
            <p:cNvSpPr/>
            <p:nvPr/>
          </p:nvSpPr>
          <p:spPr>
            <a:xfrm>
              <a:off x="4122887" y="78611"/>
              <a:ext cx="162197" cy="142805"/>
            </a:xfrm>
            <a:custGeom>
              <a:avLst/>
              <a:gdLst/>
              <a:ahLst/>
              <a:cxnLst/>
              <a:rect l="l" t="t" r="r" b="b"/>
              <a:pathLst>
                <a:path w="1815" h="1598" extrusionOk="0">
                  <a:moveTo>
                    <a:pt x="1474" y="0"/>
                  </a:moveTo>
                  <a:lnTo>
                    <a:pt x="0" y="621"/>
                  </a:lnTo>
                  <a:lnTo>
                    <a:pt x="528" y="1598"/>
                  </a:lnTo>
                  <a:lnTo>
                    <a:pt x="1815" y="1055"/>
                  </a:lnTo>
                  <a:lnTo>
                    <a:pt x="14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57"/>
            <p:cNvSpPr/>
            <p:nvPr/>
          </p:nvSpPr>
          <p:spPr>
            <a:xfrm>
              <a:off x="3928786" y="-339975"/>
              <a:ext cx="231634" cy="249596"/>
            </a:xfrm>
            <a:custGeom>
              <a:avLst/>
              <a:gdLst/>
              <a:ahLst/>
              <a:cxnLst/>
              <a:rect l="l" t="t" r="r" b="b"/>
              <a:pathLst>
                <a:path w="2592" h="2793" extrusionOk="0">
                  <a:moveTo>
                    <a:pt x="1305" y="944"/>
                  </a:moveTo>
                  <a:cubicBezTo>
                    <a:pt x="1361" y="944"/>
                    <a:pt x="1418" y="955"/>
                    <a:pt x="1474" y="978"/>
                  </a:cubicBezTo>
                  <a:cubicBezTo>
                    <a:pt x="1707" y="1071"/>
                    <a:pt x="1816" y="1319"/>
                    <a:pt x="1722" y="1552"/>
                  </a:cubicBezTo>
                  <a:cubicBezTo>
                    <a:pt x="1651" y="1731"/>
                    <a:pt x="1486" y="1846"/>
                    <a:pt x="1308" y="1846"/>
                  </a:cubicBezTo>
                  <a:cubicBezTo>
                    <a:pt x="1255" y="1846"/>
                    <a:pt x="1201" y="1836"/>
                    <a:pt x="1149" y="1815"/>
                  </a:cubicBezTo>
                  <a:cubicBezTo>
                    <a:pt x="900" y="1707"/>
                    <a:pt x="792" y="1459"/>
                    <a:pt x="885" y="1226"/>
                  </a:cubicBezTo>
                  <a:cubicBezTo>
                    <a:pt x="967" y="1050"/>
                    <a:pt x="1130" y="944"/>
                    <a:pt x="1305" y="944"/>
                  </a:cubicBezTo>
                  <a:close/>
                  <a:moveTo>
                    <a:pt x="1474" y="1"/>
                  </a:moveTo>
                  <a:lnTo>
                    <a:pt x="172" y="543"/>
                  </a:lnTo>
                  <a:lnTo>
                    <a:pt x="1" y="1939"/>
                  </a:lnTo>
                  <a:lnTo>
                    <a:pt x="1118" y="2792"/>
                  </a:lnTo>
                  <a:lnTo>
                    <a:pt x="2420" y="2249"/>
                  </a:lnTo>
                  <a:lnTo>
                    <a:pt x="2591" y="854"/>
                  </a:lnTo>
                  <a:lnTo>
                    <a:pt x="14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95" name="Google Shape;3595;p57"/>
          <p:cNvSpPr/>
          <p:nvPr/>
        </p:nvSpPr>
        <p:spPr>
          <a:xfrm>
            <a:off x="1287681" y="318731"/>
            <a:ext cx="425556" cy="432527"/>
          </a:xfrm>
          <a:custGeom>
            <a:avLst/>
            <a:gdLst/>
            <a:ahLst/>
            <a:cxnLst/>
            <a:rect l="l" t="t" r="r" b="b"/>
            <a:pathLst>
              <a:path w="4762" h="4840" extrusionOk="0">
                <a:moveTo>
                  <a:pt x="2386" y="1333"/>
                </a:moveTo>
                <a:cubicBezTo>
                  <a:pt x="2559" y="1333"/>
                  <a:pt x="2735" y="1374"/>
                  <a:pt x="2901" y="1459"/>
                </a:cubicBezTo>
                <a:cubicBezTo>
                  <a:pt x="3444" y="1754"/>
                  <a:pt x="3630" y="2405"/>
                  <a:pt x="3351" y="2948"/>
                </a:cubicBezTo>
                <a:cubicBezTo>
                  <a:pt x="3148" y="3321"/>
                  <a:pt x="2776" y="3533"/>
                  <a:pt x="2382" y="3533"/>
                </a:cubicBezTo>
                <a:cubicBezTo>
                  <a:pt x="2204" y="3533"/>
                  <a:pt x="2020" y="3490"/>
                  <a:pt x="1846" y="3398"/>
                </a:cubicBezTo>
                <a:cubicBezTo>
                  <a:pt x="1303" y="3103"/>
                  <a:pt x="1117" y="2452"/>
                  <a:pt x="1412" y="1909"/>
                </a:cubicBezTo>
                <a:cubicBezTo>
                  <a:pt x="1617" y="1542"/>
                  <a:pt x="1993" y="1333"/>
                  <a:pt x="2386" y="1333"/>
                </a:cubicBezTo>
                <a:close/>
                <a:moveTo>
                  <a:pt x="2901" y="1"/>
                </a:moveTo>
                <a:lnTo>
                  <a:pt x="2715" y="373"/>
                </a:lnTo>
                <a:cubicBezTo>
                  <a:pt x="2653" y="466"/>
                  <a:pt x="2529" y="544"/>
                  <a:pt x="2420" y="544"/>
                </a:cubicBezTo>
                <a:lnTo>
                  <a:pt x="2218" y="544"/>
                </a:lnTo>
                <a:cubicBezTo>
                  <a:pt x="2205" y="546"/>
                  <a:pt x="2191" y="547"/>
                  <a:pt x="2178" y="547"/>
                </a:cubicBezTo>
                <a:cubicBezTo>
                  <a:pt x="2080" y="547"/>
                  <a:pt x="1976" y="498"/>
                  <a:pt x="1908" y="389"/>
                </a:cubicBezTo>
                <a:lnTo>
                  <a:pt x="1691" y="48"/>
                </a:lnTo>
                <a:lnTo>
                  <a:pt x="559" y="745"/>
                </a:lnTo>
                <a:lnTo>
                  <a:pt x="776" y="1133"/>
                </a:lnTo>
                <a:cubicBezTo>
                  <a:pt x="822" y="1226"/>
                  <a:pt x="822" y="1366"/>
                  <a:pt x="776" y="1459"/>
                </a:cubicBezTo>
                <a:lnTo>
                  <a:pt x="714" y="1536"/>
                </a:lnTo>
                <a:cubicBezTo>
                  <a:pt x="698" y="1567"/>
                  <a:pt x="667" y="1598"/>
                  <a:pt x="667" y="1630"/>
                </a:cubicBezTo>
                <a:cubicBezTo>
                  <a:pt x="621" y="1754"/>
                  <a:pt x="512" y="1800"/>
                  <a:pt x="404" y="1816"/>
                </a:cubicBezTo>
                <a:lnTo>
                  <a:pt x="0" y="1847"/>
                </a:lnTo>
                <a:lnTo>
                  <a:pt x="32" y="3180"/>
                </a:lnTo>
                <a:lnTo>
                  <a:pt x="435" y="3165"/>
                </a:lnTo>
                <a:cubicBezTo>
                  <a:pt x="559" y="3165"/>
                  <a:pt x="667" y="3211"/>
                  <a:pt x="729" y="3336"/>
                </a:cubicBezTo>
                <a:lnTo>
                  <a:pt x="854" y="3506"/>
                </a:lnTo>
                <a:cubicBezTo>
                  <a:pt x="931" y="3599"/>
                  <a:pt x="931" y="3739"/>
                  <a:pt x="869" y="3832"/>
                </a:cubicBezTo>
                <a:lnTo>
                  <a:pt x="667" y="4204"/>
                </a:lnTo>
                <a:lnTo>
                  <a:pt x="1862" y="4840"/>
                </a:lnTo>
                <a:lnTo>
                  <a:pt x="2048" y="4483"/>
                </a:lnTo>
                <a:cubicBezTo>
                  <a:pt x="2110" y="4375"/>
                  <a:pt x="2218" y="4297"/>
                  <a:pt x="2342" y="4297"/>
                </a:cubicBezTo>
                <a:lnTo>
                  <a:pt x="2529" y="4297"/>
                </a:lnTo>
                <a:cubicBezTo>
                  <a:pt x="2541" y="4296"/>
                  <a:pt x="2554" y="4295"/>
                  <a:pt x="2566" y="4295"/>
                </a:cubicBezTo>
                <a:cubicBezTo>
                  <a:pt x="2674" y="4295"/>
                  <a:pt x="2769" y="4355"/>
                  <a:pt x="2839" y="4452"/>
                </a:cubicBezTo>
                <a:lnTo>
                  <a:pt x="3056" y="4809"/>
                </a:lnTo>
                <a:lnTo>
                  <a:pt x="4204" y="4096"/>
                </a:lnTo>
                <a:lnTo>
                  <a:pt x="3986" y="3739"/>
                </a:lnTo>
                <a:cubicBezTo>
                  <a:pt x="3924" y="3646"/>
                  <a:pt x="3924" y="3506"/>
                  <a:pt x="3986" y="3413"/>
                </a:cubicBezTo>
                <a:lnTo>
                  <a:pt x="4048" y="3336"/>
                </a:lnTo>
                <a:cubicBezTo>
                  <a:pt x="4064" y="3305"/>
                  <a:pt x="4080" y="3274"/>
                  <a:pt x="4080" y="3242"/>
                </a:cubicBezTo>
                <a:cubicBezTo>
                  <a:pt x="4142" y="3118"/>
                  <a:pt x="4235" y="3072"/>
                  <a:pt x="4359" y="3041"/>
                </a:cubicBezTo>
                <a:lnTo>
                  <a:pt x="4762" y="3025"/>
                </a:lnTo>
                <a:lnTo>
                  <a:pt x="4731" y="1692"/>
                </a:lnTo>
                <a:lnTo>
                  <a:pt x="4312" y="1692"/>
                </a:lnTo>
                <a:cubicBezTo>
                  <a:pt x="4204" y="1692"/>
                  <a:pt x="4080" y="1630"/>
                  <a:pt x="4033" y="1521"/>
                </a:cubicBezTo>
                <a:lnTo>
                  <a:pt x="3909" y="1335"/>
                </a:lnTo>
                <a:cubicBezTo>
                  <a:pt x="3831" y="1242"/>
                  <a:pt x="3831" y="1102"/>
                  <a:pt x="3893" y="1009"/>
                </a:cubicBezTo>
                <a:lnTo>
                  <a:pt x="4080" y="637"/>
                </a:lnTo>
                <a:lnTo>
                  <a:pt x="290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A3F029-D547-9DA4-C557-815466C89F66}"/>
              </a:ext>
            </a:extLst>
          </p:cNvPr>
          <p:cNvSpPr/>
          <p:nvPr/>
        </p:nvSpPr>
        <p:spPr>
          <a:xfrm>
            <a:off x="4271165" y="4470400"/>
            <a:ext cx="741451" cy="38640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CCAFEF-5662-BFEB-C5C5-B1E4573C94B5}"/>
              </a:ext>
            </a:extLst>
          </p:cNvPr>
          <p:cNvSpPr txBox="1"/>
          <p:nvPr/>
        </p:nvSpPr>
        <p:spPr>
          <a:xfrm>
            <a:off x="1860176" y="1463282"/>
            <a:ext cx="60825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dk1"/>
                </a:solidFill>
                <a:latin typeface="Teko"/>
                <a:cs typeface="Teko"/>
                <a:sym typeface="Teko"/>
              </a:rPr>
              <a:t>THANK YOU </a:t>
            </a:r>
            <a:br>
              <a:rPr lang="en-US" sz="7200" dirty="0">
                <a:solidFill>
                  <a:schemeClr val="dk1"/>
                </a:solidFill>
                <a:latin typeface="Teko"/>
                <a:cs typeface="Teko"/>
                <a:sym typeface="Teko"/>
              </a:rPr>
            </a:br>
            <a:r>
              <a:rPr lang="en-US" sz="7200" dirty="0">
                <a:solidFill>
                  <a:schemeClr val="dk1"/>
                </a:solidFill>
                <a:latin typeface="Teko"/>
                <a:cs typeface="Teko"/>
                <a:sym typeface="Teko"/>
              </a:rPr>
              <a:t>FOR THE ATTENTION!</a:t>
            </a:r>
            <a:endParaRPr lang="bg-BG" sz="7200" dirty="0">
              <a:solidFill>
                <a:schemeClr val="dk1"/>
              </a:solidFill>
              <a:cs typeface="Teko"/>
              <a:sym typeface="Teko"/>
            </a:endParaRPr>
          </a:p>
        </p:txBody>
      </p:sp>
    </p:spTree>
    <p:extLst>
      <p:ext uri="{BB962C8B-B14F-4D97-AF65-F5344CB8AC3E}">
        <p14:creationId xmlns:p14="http://schemas.microsoft.com/office/powerpoint/2010/main" val="34307514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Indian Technology Company Profile by Slidesgo">
  <a:themeElements>
    <a:clrScheme name="Simple Light">
      <a:dk1>
        <a:srgbClr val="302F2F"/>
      </a:dk1>
      <a:lt1>
        <a:srgbClr val="FFFFFF"/>
      </a:lt1>
      <a:dk2>
        <a:srgbClr val="138808"/>
      </a:dk2>
      <a:lt2>
        <a:srgbClr val="FF9933"/>
      </a:lt2>
      <a:accent1>
        <a:srgbClr val="434343"/>
      </a:accent1>
      <a:accent2>
        <a:srgbClr val="666666"/>
      </a:accent2>
      <a:accent3>
        <a:srgbClr val="999999"/>
      </a:accent3>
      <a:accent4>
        <a:srgbClr val="CCCCCC"/>
      </a:accent4>
      <a:accent5>
        <a:srgbClr val="EFEFE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88</Words>
  <Application>Microsoft Office PowerPoint</Application>
  <PresentationFormat>On-screen Show (16:9)</PresentationFormat>
  <Paragraphs>35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Electrolize</vt:lpstr>
      <vt:lpstr>Teko</vt:lpstr>
      <vt:lpstr>Arial</vt:lpstr>
      <vt:lpstr>Bebas Neue</vt:lpstr>
      <vt:lpstr>Indian Technology Company Profile by Slidesgo</vt:lpstr>
      <vt:lpstr>PowerPoint Presentation</vt:lpstr>
      <vt:lpstr>01</vt:lpstr>
      <vt:lpstr>PowerPoint Presentation</vt:lpstr>
      <vt:lpstr>OUR GOAL</vt:lpstr>
      <vt:lpstr>PowerPoint Presentation</vt:lpstr>
      <vt:lpstr>USED TECHNOLOGIES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Slav Pan</dc:creator>
  <cp:lastModifiedBy>Елизавeта Вячислав Фурника</cp:lastModifiedBy>
  <cp:revision>13</cp:revision>
  <dcterms:modified xsi:type="dcterms:W3CDTF">2025-03-18T20:32:11Z</dcterms:modified>
</cp:coreProperties>
</file>